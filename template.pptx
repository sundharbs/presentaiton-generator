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AUM</c:v>
                </c:pt>
              </c:strCache>
            </c:strRef>
          </c:tx>
          <c:spPr>
            <a:solidFill>
              <a:srgbClr val="1E4488"/>
            </a:solidFill>
            <a:effectLst/>
          </c:spPr>
          <c:invertIfNegative val="0"/>
          <c:dLbls>
            <c:numFmt formatCode="#,##0" sourceLinked="0"/>
            <c:txPr>
              <a:bodyPr/>
              <a:lstStyle/>
              <a:p>
                <a:pPr>
                  <a:defRPr b="0" i="0" strike="noStrike" sz="1200" u="none">
                    <a:solidFill>
                      <a:srgbClr val="0A1628"/>
                    </a:solidFill>
                    <a:latin typeface="Arial"/>
                  </a:defRPr>
                </a:pPr>
              </a:p>
            </c:txPr>
            <c:showLegendKey val="0"/>
            <c:showVal val="1"/>
            <c:showCatName val="0"/>
            <c:showSerName val="0"/>
            <c:showPercent val="0"/>
            <c:showBubbleSize val="0"/>
            <c:showLeaderLines val="0"/>
          </c:dLbls>
          <c:cat>
            <c:multiLvlStrRef>
              <c:f>Sheet1!$A$2:$A$5</c:f>
              <c:multiLvlStrCache>
                <c:ptCount val="4"/>
                <c:lvl>
                  <c:pt idx="0">
                    <c:v>FY22</c:v>
                  </c:pt>
                  <c:pt idx="1">
                    <c:v>FY23</c:v>
                  </c:pt>
                  <c:pt idx="2">
                    <c:v>FY24</c:v>
                  </c:pt>
                  <c:pt idx="3">
                    <c:v>FY25</c:v>
                  </c:pt>
                </c:lvl>
              </c:multiLvlStrCache>
            </c:multiLvlStrRef>
          </c:cat>
          <c:val>
            <c:numRef>
              <c:f>Sheet1!$B$2:$B$5</c:f>
              <c:numCache>
                <c:formatCode>General</c:formatCode>
                <c:ptCount val="4"/>
                <c:pt idx="0">
                  <c:v>3012</c:v>
                </c:pt>
                <c:pt idx="1">
                  <c:v>5630</c:v>
                </c:pt>
                <c:pt idx="2">
                  <c:v>9030</c:v>
                </c:pt>
                <c:pt idx="3">
                  <c:v>12003</c:v>
                </c:pt>
              </c:numCache>
            </c:numRef>
          </c:val>
        </c:ser>
        <c:dLbls>
          <c:numFmt formatCode="#,##0" sourceLinked="0"/>
          <c:txPr>
            <a:bodyPr/>
            <a:lstStyle/>
            <a:p>
              <a:pPr>
                <a:defRPr b="0" i="0" strike="noStrike" sz="1200" u="none">
                  <a:solidFill>
                    <a:srgbClr val="0A1628"/>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C9A84C"/>
          </a:solidFill>
          <a:ln w="12700">
            <a:solidFill>
              <a:srgbClr val="C9A84C"/>
            </a:solidFill>
            <a:prstDash val="solid"/>
          </a:ln>
        </p:spPr>
      </p:sp>
      <p:sp>
        <p:nvSpPr>
          <p:cNvPr id="3" name="Shape 1"/>
          <p:cNvSpPr/>
          <p:nvPr/>
        </p:nvSpPr>
        <p:spPr>
          <a:xfrm>
            <a:off x="5029200" y="-1371600"/>
            <a:ext cx="6400800" cy="6400800"/>
          </a:xfrm>
          <a:prstGeom prst="ellipse">
            <a:avLst/>
          </a:prstGeom>
          <a:solidFill>
            <a:srgbClr val="1A3567">
              <a:alpha val="40000"/>
            </a:srgbClr>
          </a:solidFill>
          <a:ln w="12700">
            <a:solidFill>
              <a:srgbClr val="1A3567">
                <a:alpha val="40000"/>
              </a:srgbClr>
            </a:solidFill>
            <a:prstDash val="solid"/>
          </a:ln>
        </p:spPr>
      </p:sp>
      <p:sp>
        <p:nvSpPr>
          <p:cNvPr id="4" name="Text 2"/>
          <p:cNvSpPr/>
          <p:nvPr/>
        </p:nvSpPr>
        <p:spPr>
          <a:xfrm>
            <a:off x="320040" y="256032"/>
            <a:ext cx="8503920" cy="256032"/>
          </a:xfrm>
          <a:prstGeom prst="rect">
            <a:avLst/>
          </a:prstGeom>
          <a:noFill/>
          <a:ln/>
        </p:spPr>
        <p:txBody>
          <a:bodyPr wrap="square" rtlCol="0" anchor="ctr"/>
          <a:lstStyle/>
          <a:p>
            <a:pPr indent="0" marL="0">
              <a:buNone/>
            </a:pPr>
            <a:r>
              <a:rPr lang="en-US" sz="800" b="1" spc="300" kern="0" dirty="0">
                <a:solidFill>
                  <a:srgbClr val="C9A84C"/>
                </a:solidFill>
              </a:rPr>
              <a:t>STRICTLY CONFIDENTIAL  |  INVESTMENT BANKING ADVISORY</a:t>
            </a:r>
            <a:endParaRPr lang="en-US" sz="800" dirty="0"/>
          </a:p>
        </p:txBody>
      </p:sp>
      <p:sp>
        <p:nvSpPr>
          <p:cNvPr id="5" name="Text 3"/>
          <p:cNvSpPr/>
          <p:nvPr/>
        </p:nvSpPr>
        <p:spPr>
          <a:xfrm>
            <a:off x="320040" y="960120"/>
            <a:ext cx="6400800" cy="82296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{{COMPANY_NAME}}</a:t>
            </a:r>
            <a:endParaRPr lang="en-US" sz="4800" dirty="0"/>
          </a:p>
        </p:txBody>
      </p:sp>
      <p:sp>
        <p:nvSpPr>
          <p:cNvPr id="6" name="Shape 4"/>
          <p:cNvSpPr/>
          <p:nvPr/>
        </p:nvSpPr>
        <p:spPr>
          <a:xfrm>
            <a:off x="320040" y="1828800"/>
            <a:ext cx="2926080" cy="45720"/>
          </a:xfrm>
          <a:prstGeom prst="rect">
            <a:avLst/>
          </a:prstGeom>
          <a:solidFill>
            <a:srgbClr val="C9A84C"/>
          </a:solidFill>
          <a:ln w="12700">
            <a:solidFill>
              <a:srgbClr val="C9A84C"/>
            </a:solidFill>
            <a:prstDash val="solid"/>
          </a:ln>
        </p:spPr>
      </p:sp>
      <p:sp>
        <p:nvSpPr>
          <p:cNvPr id="7" name="Text 5"/>
          <p:cNvSpPr/>
          <p:nvPr/>
        </p:nvSpPr>
        <p:spPr>
          <a:xfrm>
            <a:off x="320040" y="1965960"/>
            <a:ext cx="6400800" cy="457200"/>
          </a:xfrm>
          <a:prstGeom prst="rect">
            <a:avLst/>
          </a:prstGeom>
          <a:noFill/>
          <a:ln/>
        </p:spPr>
        <p:txBody>
          <a:bodyPr wrap="square" rtlCol="0" anchor="ctr"/>
          <a:lstStyle/>
          <a:p>
            <a:pPr indent="0" marL="0">
              <a:buNone/>
            </a:pPr>
            <a:r>
              <a:rPr lang="en-US" sz="1800" i="1" dirty="0">
                <a:solidFill>
                  <a:srgbClr val="E8C96B"/>
                </a:solidFill>
                <a:latin typeface="Calibri" pitchFamily="34" charset="0"/>
                <a:ea typeface="Calibri" pitchFamily="34" charset="-122"/>
                <a:cs typeface="Calibri" pitchFamily="34" charset="-120"/>
              </a:rPr>
              <a:t>{{COMPANY_TAGLINE}}</a:t>
            </a:r>
            <a:endParaRPr lang="en-US" sz="1800" dirty="0"/>
          </a:p>
        </p:txBody>
      </p:sp>
      <p:sp>
        <p:nvSpPr>
          <p:cNvPr id="8" name="Text 6"/>
          <p:cNvSpPr/>
          <p:nvPr/>
        </p:nvSpPr>
        <p:spPr>
          <a:xfrm>
            <a:off x="320040" y="2487168"/>
            <a:ext cx="6400800" cy="365760"/>
          </a:xfrm>
          <a:prstGeom prst="rect">
            <a:avLst/>
          </a:prstGeom>
          <a:noFill/>
          <a:ln/>
        </p:spPr>
        <p:txBody>
          <a:bodyPr wrap="square" rtlCol="0" anchor="ctr"/>
          <a:lstStyle/>
          <a:p>
            <a:pPr indent="0" marL="0">
              <a:buNone/>
            </a:pPr>
            <a:r>
              <a:rPr lang="en-US" sz="1500" dirty="0">
                <a:solidFill>
                  <a:srgbClr val="8899AA"/>
                </a:solidFill>
              </a:rPr>
              <a:t>{{PRESENTATION_TITLE}}</a:t>
            </a:r>
            <a:endParaRPr lang="en-US" sz="1500" dirty="0"/>
          </a:p>
        </p:txBody>
      </p:sp>
      <p:sp>
        <p:nvSpPr>
          <p:cNvPr id="9" name="Shape 7"/>
          <p:cNvSpPr/>
          <p:nvPr/>
        </p:nvSpPr>
        <p:spPr>
          <a:xfrm>
            <a:off x="320040" y="3246120"/>
            <a:ext cx="2011680" cy="1325880"/>
          </a:xfrm>
          <a:prstGeom prst="rect">
            <a:avLst/>
          </a:prstGeom>
          <a:solidFill>
            <a:srgbClr val="1A3567"/>
          </a:solidFill>
          <a:ln w="12700">
            <a:solidFill>
              <a:srgbClr val="C9A84C"/>
            </a:solidFill>
            <a:prstDash val="solid"/>
          </a:ln>
        </p:spPr>
      </p:sp>
      <p:sp>
        <p:nvSpPr>
          <p:cNvPr id="10" name="Text 8"/>
          <p:cNvSpPr/>
          <p:nvPr/>
        </p:nvSpPr>
        <p:spPr>
          <a:xfrm>
            <a:off x="320040" y="3337560"/>
            <a:ext cx="2011680" cy="548640"/>
          </a:xfrm>
          <a:prstGeom prst="rect">
            <a:avLst/>
          </a:prstGeom>
          <a:noFill/>
          <a:ln/>
        </p:spPr>
        <p:txBody>
          <a:bodyPr wrap="square" rtlCol="0" anchor="ctr"/>
          <a:lstStyle/>
          <a:p>
            <a:pPr algn="ctr" indent="0" marL="0">
              <a:buNone/>
            </a:pPr>
            <a:r>
              <a:rPr lang="en-US" sz="2200" b="1" dirty="0">
                <a:solidFill>
                  <a:srgbClr val="E8C96B"/>
                </a:solidFill>
                <a:latin typeface="Georgia" pitchFamily="34" charset="0"/>
                <a:ea typeface="Georgia" pitchFamily="34" charset="-122"/>
                <a:cs typeface="Georgia" pitchFamily="34" charset="-120"/>
              </a:rPr>
              <a:t>{{STAT1_VALUE}}</a:t>
            </a:r>
            <a:endParaRPr lang="en-US" sz="2200" dirty="0"/>
          </a:p>
        </p:txBody>
      </p:sp>
      <p:sp>
        <p:nvSpPr>
          <p:cNvPr id="11" name="Text 9"/>
          <p:cNvSpPr/>
          <p:nvPr/>
        </p:nvSpPr>
        <p:spPr>
          <a:xfrm>
            <a:off x="320040" y="3931920"/>
            <a:ext cx="2011680" cy="411480"/>
          </a:xfrm>
          <a:prstGeom prst="rect">
            <a:avLst/>
          </a:prstGeom>
          <a:noFill/>
          <a:ln/>
        </p:spPr>
        <p:txBody>
          <a:bodyPr wrap="square" rtlCol="0" anchor="ctr"/>
          <a:lstStyle/>
          <a:p>
            <a:pPr algn="ctr" indent="0" marL="0">
              <a:buNone/>
            </a:pPr>
            <a:r>
              <a:rPr lang="en-US" sz="1000" dirty="0">
                <a:solidFill>
                  <a:srgbClr val="8899AA"/>
                </a:solidFill>
              </a:rPr>
              <a:t>{{STAT1_LABEL}}</a:t>
            </a:r>
            <a:endParaRPr lang="en-US" sz="1000" dirty="0"/>
          </a:p>
        </p:txBody>
      </p:sp>
      <p:sp>
        <p:nvSpPr>
          <p:cNvPr id="12" name="Shape 10"/>
          <p:cNvSpPr/>
          <p:nvPr/>
        </p:nvSpPr>
        <p:spPr>
          <a:xfrm>
            <a:off x="2532888" y="3246120"/>
            <a:ext cx="2011680" cy="1325880"/>
          </a:xfrm>
          <a:prstGeom prst="rect">
            <a:avLst/>
          </a:prstGeom>
          <a:solidFill>
            <a:srgbClr val="1A3567"/>
          </a:solidFill>
          <a:ln w="12700">
            <a:solidFill>
              <a:srgbClr val="C9A84C"/>
            </a:solidFill>
            <a:prstDash val="solid"/>
          </a:ln>
        </p:spPr>
      </p:sp>
      <p:sp>
        <p:nvSpPr>
          <p:cNvPr id="13" name="Text 11"/>
          <p:cNvSpPr/>
          <p:nvPr/>
        </p:nvSpPr>
        <p:spPr>
          <a:xfrm>
            <a:off x="2532888" y="3337560"/>
            <a:ext cx="2011680" cy="548640"/>
          </a:xfrm>
          <a:prstGeom prst="rect">
            <a:avLst/>
          </a:prstGeom>
          <a:noFill/>
          <a:ln/>
        </p:spPr>
        <p:txBody>
          <a:bodyPr wrap="square" rtlCol="0" anchor="ctr"/>
          <a:lstStyle/>
          <a:p>
            <a:pPr algn="ctr" indent="0" marL="0">
              <a:buNone/>
            </a:pPr>
            <a:r>
              <a:rPr lang="en-US" sz="2200" b="1" dirty="0">
                <a:solidFill>
                  <a:srgbClr val="E8C96B"/>
                </a:solidFill>
                <a:latin typeface="Georgia" pitchFamily="34" charset="0"/>
                <a:ea typeface="Georgia" pitchFamily="34" charset="-122"/>
                <a:cs typeface="Georgia" pitchFamily="34" charset="-120"/>
              </a:rPr>
              <a:t>{{STAT2_VALUE}}</a:t>
            </a:r>
            <a:endParaRPr lang="en-US" sz="2200" dirty="0"/>
          </a:p>
        </p:txBody>
      </p:sp>
      <p:sp>
        <p:nvSpPr>
          <p:cNvPr id="14" name="Text 12"/>
          <p:cNvSpPr/>
          <p:nvPr/>
        </p:nvSpPr>
        <p:spPr>
          <a:xfrm>
            <a:off x="2532888" y="3931920"/>
            <a:ext cx="2011680" cy="411480"/>
          </a:xfrm>
          <a:prstGeom prst="rect">
            <a:avLst/>
          </a:prstGeom>
          <a:noFill/>
          <a:ln/>
        </p:spPr>
        <p:txBody>
          <a:bodyPr wrap="square" rtlCol="0" anchor="ctr"/>
          <a:lstStyle/>
          <a:p>
            <a:pPr algn="ctr" indent="0" marL="0">
              <a:buNone/>
            </a:pPr>
            <a:r>
              <a:rPr lang="en-US" sz="1000" dirty="0">
                <a:solidFill>
                  <a:srgbClr val="8899AA"/>
                </a:solidFill>
              </a:rPr>
              <a:t>{{STAT2_LABEL}}</a:t>
            </a:r>
            <a:endParaRPr lang="en-US" sz="1000" dirty="0"/>
          </a:p>
        </p:txBody>
      </p:sp>
      <p:sp>
        <p:nvSpPr>
          <p:cNvPr id="15" name="Shape 13"/>
          <p:cNvSpPr/>
          <p:nvPr/>
        </p:nvSpPr>
        <p:spPr>
          <a:xfrm>
            <a:off x="4745736" y="3246120"/>
            <a:ext cx="2011680" cy="1325880"/>
          </a:xfrm>
          <a:prstGeom prst="rect">
            <a:avLst/>
          </a:prstGeom>
          <a:solidFill>
            <a:srgbClr val="1A3567"/>
          </a:solidFill>
          <a:ln w="12700">
            <a:solidFill>
              <a:srgbClr val="C9A84C"/>
            </a:solidFill>
            <a:prstDash val="solid"/>
          </a:ln>
        </p:spPr>
      </p:sp>
      <p:sp>
        <p:nvSpPr>
          <p:cNvPr id="16" name="Text 14"/>
          <p:cNvSpPr/>
          <p:nvPr/>
        </p:nvSpPr>
        <p:spPr>
          <a:xfrm>
            <a:off x="4745736" y="3337560"/>
            <a:ext cx="2011680" cy="548640"/>
          </a:xfrm>
          <a:prstGeom prst="rect">
            <a:avLst/>
          </a:prstGeom>
          <a:noFill/>
          <a:ln/>
        </p:spPr>
        <p:txBody>
          <a:bodyPr wrap="square" rtlCol="0" anchor="ctr"/>
          <a:lstStyle/>
          <a:p>
            <a:pPr algn="ctr" indent="0" marL="0">
              <a:buNone/>
            </a:pPr>
            <a:r>
              <a:rPr lang="en-US" sz="2200" b="1" dirty="0">
                <a:solidFill>
                  <a:srgbClr val="E8C96B"/>
                </a:solidFill>
                <a:latin typeface="Georgia" pitchFamily="34" charset="0"/>
                <a:ea typeface="Georgia" pitchFamily="34" charset="-122"/>
                <a:cs typeface="Georgia" pitchFamily="34" charset="-120"/>
              </a:rPr>
              <a:t>{{STAT3_VALUE}}</a:t>
            </a:r>
            <a:endParaRPr lang="en-US" sz="2200" dirty="0"/>
          </a:p>
        </p:txBody>
      </p:sp>
      <p:sp>
        <p:nvSpPr>
          <p:cNvPr id="17" name="Text 15"/>
          <p:cNvSpPr/>
          <p:nvPr/>
        </p:nvSpPr>
        <p:spPr>
          <a:xfrm>
            <a:off x="4745736" y="3931920"/>
            <a:ext cx="2011680" cy="411480"/>
          </a:xfrm>
          <a:prstGeom prst="rect">
            <a:avLst/>
          </a:prstGeom>
          <a:noFill/>
          <a:ln/>
        </p:spPr>
        <p:txBody>
          <a:bodyPr wrap="square" rtlCol="0" anchor="ctr"/>
          <a:lstStyle/>
          <a:p>
            <a:pPr algn="ctr" indent="0" marL="0">
              <a:buNone/>
            </a:pPr>
            <a:r>
              <a:rPr lang="en-US" sz="1000" dirty="0">
                <a:solidFill>
                  <a:srgbClr val="8899AA"/>
                </a:solidFill>
              </a:rPr>
              <a:t>{{STAT3_LABEL}}</a:t>
            </a:r>
            <a:endParaRPr lang="en-US" sz="1000" dirty="0"/>
          </a:p>
        </p:txBody>
      </p:sp>
      <p:sp>
        <p:nvSpPr>
          <p:cNvPr id="18" name="Shape 16"/>
          <p:cNvSpPr/>
          <p:nvPr/>
        </p:nvSpPr>
        <p:spPr>
          <a:xfrm>
            <a:off x="6958584" y="3246120"/>
            <a:ext cx="2011680" cy="1325880"/>
          </a:xfrm>
          <a:prstGeom prst="rect">
            <a:avLst/>
          </a:prstGeom>
          <a:solidFill>
            <a:srgbClr val="1A3567"/>
          </a:solidFill>
          <a:ln w="12700">
            <a:solidFill>
              <a:srgbClr val="C9A84C"/>
            </a:solidFill>
            <a:prstDash val="solid"/>
          </a:ln>
        </p:spPr>
      </p:sp>
      <p:sp>
        <p:nvSpPr>
          <p:cNvPr id="19" name="Text 17"/>
          <p:cNvSpPr/>
          <p:nvPr/>
        </p:nvSpPr>
        <p:spPr>
          <a:xfrm>
            <a:off x="6958584" y="3337560"/>
            <a:ext cx="2011680" cy="548640"/>
          </a:xfrm>
          <a:prstGeom prst="rect">
            <a:avLst/>
          </a:prstGeom>
          <a:noFill/>
          <a:ln/>
        </p:spPr>
        <p:txBody>
          <a:bodyPr wrap="square" rtlCol="0" anchor="ctr"/>
          <a:lstStyle/>
          <a:p>
            <a:pPr algn="ctr" indent="0" marL="0">
              <a:buNone/>
            </a:pPr>
            <a:r>
              <a:rPr lang="en-US" sz="2200" b="1" dirty="0">
                <a:solidFill>
                  <a:srgbClr val="E8C96B"/>
                </a:solidFill>
                <a:latin typeface="Georgia" pitchFamily="34" charset="0"/>
                <a:ea typeface="Georgia" pitchFamily="34" charset="-122"/>
                <a:cs typeface="Georgia" pitchFamily="34" charset="-120"/>
              </a:rPr>
              <a:t>{{STAT4_VALUE}}</a:t>
            </a:r>
            <a:endParaRPr lang="en-US" sz="2200" dirty="0"/>
          </a:p>
        </p:txBody>
      </p:sp>
      <p:sp>
        <p:nvSpPr>
          <p:cNvPr id="20" name="Text 18"/>
          <p:cNvSpPr/>
          <p:nvPr/>
        </p:nvSpPr>
        <p:spPr>
          <a:xfrm>
            <a:off x="6958584" y="3931920"/>
            <a:ext cx="2011680" cy="411480"/>
          </a:xfrm>
          <a:prstGeom prst="rect">
            <a:avLst/>
          </a:prstGeom>
          <a:noFill/>
          <a:ln/>
        </p:spPr>
        <p:txBody>
          <a:bodyPr wrap="square" rtlCol="0" anchor="ctr"/>
          <a:lstStyle/>
          <a:p>
            <a:pPr algn="ctr" indent="0" marL="0">
              <a:buNone/>
            </a:pPr>
            <a:r>
              <a:rPr lang="en-US" sz="1000" dirty="0">
                <a:solidFill>
                  <a:srgbClr val="8899AA"/>
                </a:solidFill>
              </a:rPr>
              <a:t>{{STAT4_LABEL}}</a:t>
            </a:r>
            <a:endParaRPr lang="en-US" sz="1000" dirty="0"/>
          </a:p>
        </p:txBody>
      </p:sp>
      <p:sp>
        <p:nvSpPr>
          <p:cNvPr id="21" name="Text 19"/>
          <p:cNvSpPr/>
          <p:nvPr/>
        </p:nvSpPr>
        <p:spPr>
          <a:xfrm>
            <a:off x="320040" y="4800600"/>
            <a:ext cx="8503920" cy="201168"/>
          </a:xfrm>
          <a:prstGeom prst="rect">
            <a:avLst/>
          </a:prstGeom>
          <a:noFill/>
          <a:ln/>
        </p:spPr>
        <p:txBody>
          <a:bodyPr wrap="square" rtlCol="0" anchor="ctr"/>
          <a:lstStyle/>
          <a:p>
            <a:pPr algn="ctr" indent="0" marL="0">
              <a:buNone/>
            </a:pPr>
            <a:r>
              <a:rPr lang="en-US" sz="750" dirty="0">
                <a:solidFill>
                  <a:srgbClr val="8899AA"/>
                </a:solidFill>
              </a:rPr>
              <a:t>Prepared by: {{IB_DIVISION_NAME}}  |  {{PRESENTATION_DATE}}  |  For Discussion Purposes Only</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A1628"/>
          </a:solidFill>
          <a:ln w="12700">
            <a:solidFill>
              <a:srgbClr val="0A1628"/>
            </a:solidFill>
            <a:prstDash val="solid"/>
          </a:ln>
        </p:spPr>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TABLE OF CONTENTS</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sp>
      <p:sp>
        <p:nvSpPr>
          <p:cNvPr id="5" name="Shape 3"/>
          <p:cNvSpPr/>
          <p:nvPr/>
        </p:nvSpPr>
        <p:spPr>
          <a:xfrm>
            <a:off x="274320" y="914400"/>
            <a:ext cx="4206240" cy="822960"/>
          </a:xfrm>
          <a:prstGeom prst="rect">
            <a:avLst/>
          </a:prstGeom>
          <a:solidFill>
            <a:srgbClr val="F0F4F8"/>
          </a:solidFill>
          <a:ln w="12700">
            <a:solidFill>
              <a:srgbClr val="F0F4F8"/>
            </a:solidFill>
            <a:prstDash val="solid"/>
          </a:ln>
        </p:spPr>
      </p:sp>
      <p:sp>
        <p:nvSpPr>
          <p:cNvPr id="6" name="Shape 4"/>
          <p:cNvSpPr/>
          <p:nvPr/>
        </p:nvSpPr>
        <p:spPr>
          <a:xfrm>
            <a:off x="274320" y="914400"/>
            <a:ext cx="54864" cy="822960"/>
          </a:xfrm>
          <a:prstGeom prst="rect">
            <a:avLst/>
          </a:prstGeom>
          <a:solidFill>
            <a:srgbClr val="C9A84C"/>
          </a:solidFill>
          <a:ln w="12700">
            <a:solidFill>
              <a:srgbClr val="C9A84C"/>
            </a:solidFill>
            <a:prstDash val="solid"/>
          </a:ln>
        </p:spPr>
      </p:sp>
      <p:sp>
        <p:nvSpPr>
          <p:cNvPr id="7" name="Text 5"/>
          <p:cNvSpPr/>
          <p:nvPr/>
        </p:nvSpPr>
        <p:spPr>
          <a:xfrm>
            <a:off x="411480" y="960120"/>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01</a:t>
            </a:r>
            <a:endParaRPr lang="en-US" sz="2000" dirty="0"/>
          </a:p>
        </p:txBody>
      </p:sp>
      <p:sp>
        <p:nvSpPr>
          <p:cNvPr id="8" name="Text 6"/>
          <p:cNvSpPr/>
          <p:nvPr/>
        </p:nvSpPr>
        <p:spPr>
          <a:xfrm>
            <a:off x="932688" y="950976"/>
            <a:ext cx="3383280" cy="320040"/>
          </a:xfrm>
          <a:prstGeom prst="rect">
            <a:avLst/>
          </a:prstGeom>
          <a:noFill/>
          <a:ln/>
        </p:spPr>
        <p:txBody>
          <a:bodyPr wrap="square" rtlCol="0" anchor="ctr"/>
          <a:lstStyle/>
          <a:p>
            <a:pPr indent="0" marL="0">
              <a:buNone/>
            </a:pPr>
            <a:r>
              <a:rPr lang="en-US" sz="1200" b="1" dirty="0">
                <a:solidFill>
                  <a:srgbClr val="0A1628"/>
                </a:solidFill>
              </a:rPr>
              <a:t>{{CLIENT_SITUATIONAL_ANALYSIS}}</a:t>
            </a:r>
            <a:endParaRPr lang="en-US" sz="1200" dirty="0"/>
          </a:p>
        </p:txBody>
      </p:sp>
      <p:sp>
        <p:nvSpPr>
          <p:cNvPr id="9" name="Text 7"/>
          <p:cNvSpPr/>
          <p:nvPr/>
        </p:nvSpPr>
        <p:spPr>
          <a:xfrm>
            <a:off x="932688" y="1335024"/>
            <a:ext cx="3383280" cy="274320"/>
          </a:xfrm>
          <a:prstGeom prst="rect">
            <a:avLst/>
          </a:prstGeom>
          <a:noFill/>
          <a:ln/>
        </p:spPr>
        <p:txBody>
          <a:bodyPr wrap="square" rtlCol="0" anchor="ctr"/>
          <a:lstStyle/>
          <a:p>
            <a:pPr indent="0" marL="0">
              <a:buNone/>
            </a:pPr>
            <a:r>
              <a:rPr lang="en-US" sz="900" dirty="0">
                <a:solidFill>
                  <a:srgbClr val="8899AA"/>
                </a:solidFill>
              </a:rPr>
              <a:t>{{CLIENT_SITUATIONAL_ANALYSIS_SUBTITLE}}</a:t>
            </a:r>
            <a:endParaRPr lang="en-US" sz="900" dirty="0"/>
          </a:p>
        </p:txBody>
      </p:sp>
      <p:sp>
        <p:nvSpPr>
          <p:cNvPr id="10" name="Shape 8"/>
          <p:cNvSpPr/>
          <p:nvPr/>
        </p:nvSpPr>
        <p:spPr>
          <a:xfrm>
            <a:off x="274320" y="1901952"/>
            <a:ext cx="4206240" cy="822960"/>
          </a:xfrm>
          <a:prstGeom prst="rect">
            <a:avLst/>
          </a:prstGeom>
          <a:solidFill>
            <a:srgbClr val="F0F4F8"/>
          </a:solidFill>
          <a:ln w="12700">
            <a:solidFill>
              <a:srgbClr val="F0F4F8"/>
            </a:solidFill>
            <a:prstDash val="solid"/>
          </a:ln>
        </p:spPr>
      </p:sp>
      <p:sp>
        <p:nvSpPr>
          <p:cNvPr id="11" name="Shape 9"/>
          <p:cNvSpPr/>
          <p:nvPr/>
        </p:nvSpPr>
        <p:spPr>
          <a:xfrm>
            <a:off x="274320" y="1901952"/>
            <a:ext cx="54864" cy="822960"/>
          </a:xfrm>
          <a:prstGeom prst="rect">
            <a:avLst/>
          </a:prstGeom>
          <a:solidFill>
            <a:srgbClr val="C9A84C"/>
          </a:solidFill>
          <a:ln w="12700">
            <a:solidFill>
              <a:srgbClr val="C9A84C"/>
            </a:solidFill>
            <a:prstDash val="solid"/>
          </a:ln>
        </p:spPr>
      </p:sp>
      <p:sp>
        <p:nvSpPr>
          <p:cNvPr id="12" name="Text 10"/>
          <p:cNvSpPr/>
          <p:nvPr/>
        </p:nvSpPr>
        <p:spPr>
          <a:xfrm>
            <a:off x="411480" y="1947672"/>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02</a:t>
            </a:r>
            <a:endParaRPr lang="en-US" sz="2000" dirty="0"/>
          </a:p>
        </p:txBody>
      </p:sp>
      <p:sp>
        <p:nvSpPr>
          <p:cNvPr id="13" name="Text 11"/>
          <p:cNvSpPr/>
          <p:nvPr/>
        </p:nvSpPr>
        <p:spPr>
          <a:xfrm>
            <a:off x="932688" y="1938528"/>
            <a:ext cx="3383280" cy="320040"/>
          </a:xfrm>
          <a:prstGeom prst="rect">
            <a:avLst/>
          </a:prstGeom>
          <a:noFill/>
          <a:ln/>
        </p:spPr>
        <p:txBody>
          <a:bodyPr wrap="square" rtlCol="0" anchor="ctr"/>
          <a:lstStyle/>
          <a:p>
            <a:pPr indent="0" marL="0">
              <a:buNone/>
            </a:pPr>
            <a:r>
              <a:rPr lang="en-US" sz="1200" b="1" dirty="0">
                <a:solidFill>
                  <a:srgbClr val="0A1628"/>
                </a:solidFill>
              </a:rPr>
              <a:t>{{SWOT_ANALYSIS}}</a:t>
            </a:r>
            <a:endParaRPr lang="en-US" sz="1200" dirty="0"/>
          </a:p>
        </p:txBody>
      </p:sp>
      <p:sp>
        <p:nvSpPr>
          <p:cNvPr id="14" name="Text 12"/>
          <p:cNvSpPr/>
          <p:nvPr/>
        </p:nvSpPr>
        <p:spPr>
          <a:xfrm>
            <a:off x="932688" y="2322576"/>
            <a:ext cx="3383280" cy="274320"/>
          </a:xfrm>
          <a:prstGeom prst="rect">
            <a:avLst/>
          </a:prstGeom>
          <a:noFill/>
          <a:ln/>
        </p:spPr>
        <p:txBody>
          <a:bodyPr wrap="square" rtlCol="0" anchor="ctr"/>
          <a:lstStyle/>
          <a:p>
            <a:pPr indent="0" marL="0">
              <a:buNone/>
            </a:pPr>
            <a:r>
              <a:rPr lang="en-US" sz="900" dirty="0">
                <a:solidFill>
                  <a:srgbClr val="8899AA"/>
                </a:solidFill>
              </a:rPr>
              <a:t>{{SWOT_ANALYSIS_SUBTITLE}}</a:t>
            </a:r>
            <a:endParaRPr lang="en-US" sz="900" dirty="0"/>
          </a:p>
        </p:txBody>
      </p:sp>
      <p:sp>
        <p:nvSpPr>
          <p:cNvPr id="15" name="Shape 13"/>
          <p:cNvSpPr/>
          <p:nvPr/>
        </p:nvSpPr>
        <p:spPr>
          <a:xfrm>
            <a:off x="274320" y="2889504"/>
            <a:ext cx="4206240" cy="822960"/>
          </a:xfrm>
          <a:prstGeom prst="rect">
            <a:avLst/>
          </a:prstGeom>
          <a:solidFill>
            <a:srgbClr val="F0F4F8"/>
          </a:solidFill>
          <a:ln w="12700">
            <a:solidFill>
              <a:srgbClr val="F0F4F8"/>
            </a:solidFill>
            <a:prstDash val="solid"/>
          </a:ln>
        </p:spPr>
      </p:sp>
      <p:sp>
        <p:nvSpPr>
          <p:cNvPr id="16" name="Shape 14"/>
          <p:cNvSpPr/>
          <p:nvPr/>
        </p:nvSpPr>
        <p:spPr>
          <a:xfrm>
            <a:off x="274320" y="2889504"/>
            <a:ext cx="54864" cy="822960"/>
          </a:xfrm>
          <a:prstGeom prst="rect">
            <a:avLst/>
          </a:prstGeom>
          <a:solidFill>
            <a:srgbClr val="C9A84C"/>
          </a:solidFill>
          <a:ln w="12700">
            <a:solidFill>
              <a:srgbClr val="C9A84C"/>
            </a:solidFill>
            <a:prstDash val="solid"/>
          </a:ln>
        </p:spPr>
      </p:sp>
      <p:sp>
        <p:nvSpPr>
          <p:cNvPr id="17" name="Text 15"/>
          <p:cNvSpPr/>
          <p:nvPr/>
        </p:nvSpPr>
        <p:spPr>
          <a:xfrm>
            <a:off x="411480" y="2935224"/>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03</a:t>
            </a:r>
            <a:endParaRPr lang="en-US" sz="2000" dirty="0"/>
          </a:p>
        </p:txBody>
      </p:sp>
      <p:sp>
        <p:nvSpPr>
          <p:cNvPr id="18" name="Text 16"/>
          <p:cNvSpPr/>
          <p:nvPr/>
        </p:nvSpPr>
        <p:spPr>
          <a:xfrm>
            <a:off x="932688" y="2926080"/>
            <a:ext cx="3383280" cy="320040"/>
          </a:xfrm>
          <a:prstGeom prst="rect">
            <a:avLst/>
          </a:prstGeom>
          <a:noFill/>
          <a:ln/>
        </p:spPr>
        <p:txBody>
          <a:bodyPr wrap="square" rtlCol="0" anchor="ctr"/>
          <a:lstStyle/>
          <a:p>
            <a:pPr indent="0" marL="0">
              <a:buNone/>
            </a:pPr>
            <a:r>
              <a:rPr lang="en-US" sz="1200" b="1" dirty="0">
                <a:solidFill>
                  <a:srgbClr val="0A1628"/>
                </a:solidFill>
              </a:rPr>
              <a:t>{{FINANCIAL_PERFORMANCE_OVERVIEW}}</a:t>
            </a:r>
            <a:endParaRPr lang="en-US" sz="1200" dirty="0"/>
          </a:p>
        </p:txBody>
      </p:sp>
      <p:sp>
        <p:nvSpPr>
          <p:cNvPr id="19" name="Text 17"/>
          <p:cNvSpPr/>
          <p:nvPr/>
        </p:nvSpPr>
        <p:spPr>
          <a:xfrm>
            <a:off x="932688" y="3310128"/>
            <a:ext cx="3383280" cy="274320"/>
          </a:xfrm>
          <a:prstGeom prst="rect">
            <a:avLst/>
          </a:prstGeom>
          <a:noFill/>
          <a:ln/>
        </p:spPr>
        <p:txBody>
          <a:bodyPr wrap="square" rtlCol="0" anchor="ctr"/>
          <a:lstStyle/>
          <a:p>
            <a:pPr indent="0" marL="0">
              <a:buNone/>
            </a:pPr>
            <a:r>
              <a:rPr lang="en-US" sz="900" dirty="0">
                <a:solidFill>
                  <a:srgbClr val="8899AA"/>
                </a:solidFill>
              </a:rPr>
              <a:t>{{FINANCIAL_PERFORMANCE_OVERVIEW_SUBTITLE}}</a:t>
            </a:r>
            <a:endParaRPr lang="en-US" sz="900" dirty="0"/>
          </a:p>
        </p:txBody>
      </p:sp>
      <p:sp>
        <p:nvSpPr>
          <p:cNvPr id="20" name="Shape 18"/>
          <p:cNvSpPr/>
          <p:nvPr/>
        </p:nvSpPr>
        <p:spPr>
          <a:xfrm>
            <a:off x="274320" y="3877056"/>
            <a:ext cx="4206240" cy="822960"/>
          </a:xfrm>
          <a:prstGeom prst="rect">
            <a:avLst/>
          </a:prstGeom>
          <a:solidFill>
            <a:srgbClr val="F0F4F8"/>
          </a:solidFill>
          <a:ln w="12700">
            <a:solidFill>
              <a:srgbClr val="F0F4F8"/>
            </a:solidFill>
            <a:prstDash val="solid"/>
          </a:ln>
        </p:spPr>
      </p:sp>
      <p:sp>
        <p:nvSpPr>
          <p:cNvPr id="21" name="Shape 19"/>
          <p:cNvSpPr/>
          <p:nvPr/>
        </p:nvSpPr>
        <p:spPr>
          <a:xfrm>
            <a:off x="274320" y="3877056"/>
            <a:ext cx="54864" cy="822960"/>
          </a:xfrm>
          <a:prstGeom prst="rect">
            <a:avLst/>
          </a:prstGeom>
          <a:solidFill>
            <a:srgbClr val="C9A84C"/>
          </a:solidFill>
          <a:ln w="12700">
            <a:solidFill>
              <a:srgbClr val="C9A84C"/>
            </a:solidFill>
            <a:prstDash val="solid"/>
          </a:ln>
        </p:spPr>
      </p:sp>
      <p:sp>
        <p:nvSpPr>
          <p:cNvPr id="22" name="Text 20"/>
          <p:cNvSpPr/>
          <p:nvPr/>
        </p:nvSpPr>
        <p:spPr>
          <a:xfrm>
            <a:off x="411480" y="3922776"/>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04</a:t>
            </a:r>
            <a:endParaRPr lang="en-US" sz="2000" dirty="0"/>
          </a:p>
        </p:txBody>
      </p:sp>
      <p:sp>
        <p:nvSpPr>
          <p:cNvPr id="23" name="Text 21"/>
          <p:cNvSpPr/>
          <p:nvPr/>
        </p:nvSpPr>
        <p:spPr>
          <a:xfrm>
            <a:off x="932688" y="3913632"/>
            <a:ext cx="3383280" cy="320040"/>
          </a:xfrm>
          <a:prstGeom prst="rect">
            <a:avLst/>
          </a:prstGeom>
          <a:noFill/>
          <a:ln/>
        </p:spPr>
        <p:txBody>
          <a:bodyPr wrap="square" rtlCol="0" anchor="ctr"/>
          <a:lstStyle/>
          <a:p>
            <a:pPr indent="0" marL="0">
              <a:buNone/>
            </a:pPr>
            <a:r>
              <a:rPr lang="en-US" sz="1200" b="1" dirty="0">
                <a:solidFill>
                  <a:srgbClr val="0A1628"/>
                </a:solidFill>
              </a:rPr>
              <a:t>{{COMPETITIVE_POSITION}}</a:t>
            </a:r>
            <a:endParaRPr lang="en-US" sz="1200" dirty="0"/>
          </a:p>
        </p:txBody>
      </p:sp>
      <p:sp>
        <p:nvSpPr>
          <p:cNvPr id="24" name="Text 22"/>
          <p:cNvSpPr/>
          <p:nvPr/>
        </p:nvSpPr>
        <p:spPr>
          <a:xfrm>
            <a:off x="932688" y="4297680"/>
            <a:ext cx="3383280" cy="274320"/>
          </a:xfrm>
          <a:prstGeom prst="rect">
            <a:avLst/>
          </a:prstGeom>
          <a:noFill/>
          <a:ln/>
        </p:spPr>
        <p:txBody>
          <a:bodyPr wrap="square" rtlCol="0" anchor="ctr"/>
          <a:lstStyle/>
          <a:p>
            <a:pPr indent="0" marL="0">
              <a:buNone/>
            </a:pPr>
            <a:r>
              <a:rPr lang="en-US" sz="900" dirty="0">
                <a:solidFill>
                  <a:srgbClr val="8899AA"/>
                </a:solidFill>
              </a:rPr>
              <a:t>{{COMPETITIVE_POSITION_SUBTITLE}}</a:t>
            </a:r>
            <a:endParaRPr lang="en-US" sz="900" dirty="0"/>
          </a:p>
        </p:txBody>
      </p:sp>
      <p:sp>
        <p:nvSpPr>
          <p:cNvPr id="25" name="Shape 23"/>
          <p:cNvSpPr/>
          <p:nvPr/>
        </p:nvSpPr>
        <p:spPr>
          <a:xfrm>
            <a:off x="4754880" y="914400"/>
            <a:ext cx="4206240" cy="822960"/>
          </a:xfrm>
          <a:prstGeom prst="rect">
            <a:avLst/>
          </a:prstGeom>
          <a:solidFill>
            <a:srgbClr val="F0F4F8"/>
          </a:solidFill>
          <a:ln w="12700">
            <a:solidFill>
              <a:srgbClr val="F0F4F8"/>
            </a:solidFill>
            <a:prstDash val="solid"/>
          </a:ln>
        </p:spPr>
      </p:sp>
      <p:sp>
        <p:nvSpPr>
          <p:cNvPr id="26" name="Shape 24"/>
          <p:cNvSpPr/>
          <p:nvPr/>
        </p:nvSpPr>
        <p:spPr>
          <a:xfrm>
            <a:off x="4754880" y="914400"/>
            <a:ext cx="54864" cy="822960"/>
          </a:xfrm>
          <a:prstGeom prst="rect">
            <a:avLst/>
          </a:prstGeom>
          <a:solidFill>
            <a:srgbClr val="C9A84C"/>
          </a:solidFill>
          <a:ln w="12700">
            <a:solidFill>
              <a:srgbClr val="C9A84C"/>
            </a:solidFill>
            <a:prstDash val="solid"/>
          </a:ln>
        </p:spPr>
      </p:sp>
      <p:sp>
        <p:nvSpPr>
          <p:cNvPr id="27" name="Text 25"/>
          <p:cNvSpPr/>
          <p:nvPr/>
        </p:nvSpPr>
        <p:spPr>
          <a:xfrm>
            <a:off x="4892040" y="960120"/>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05</a:t>
            </a:r>
            <a:endParaRPr lang="en-US" sz="2000" dirty="0"/>
          </a:p>
        </p:txBody>
      </p:sp>
      <p:sp>
        <p:nvSpPr>
          <p:cNvPr id="28" name="Text 26"/>
          <p:cNvSpPr/>
          <p:nvPr/>
        </p:nvSpPr>
        <p:spPr>
          <a:xfrm>
            <a:off x="5413248" y="950976"/>
            <a:ext cx="3383280" cy="320040"/>
          </a:xfrm>
          <a:prstGeom prst="rect">
            <a:avLst/>
          </a:prstGeom>
          <a:noFill/>
          <a:ln/>
        </p:spPr>
        <p:txBody>
          <a:bodyPr wrap="square" rtlCol="0" anchor="ctr"/>
          <a:lstStyle/>
          <a:p>
            <a:pPr indent="0" marL="0">
              <a:buNone/>
            </a:pPr>
            <a:r>
              <a:rPr lang="en-US" sz="1200" b="1" dirty="0">
                <a:solidFill>
                  <a:srgbClr val="0A1628"/>
                </a:solidFill>
              </a:rPr>
              <a:t>{{MARKET_INDUSTRY_OVERVIEW}}</a:t>
            </a:r>
            <a:endParaRPr lang="en-US" sz="1200" dirty="0"/>
          </a:p>
        </p:txBody>
      </p:sp>
      <p:sp>
        <p:nvSpPr>
          <p:cNvPr id="29" name="Text 27"/>
          <p:cNvSpPr/>
          <p:nvPr/>
        </p:nvSpPr>
        <p:spPr>
          <a:xfrm>
            <a:off x="5413248" y="1335024"/>
            <a:ext cx="3383280" cy="274320"/>
          </a:xfrm>
          <a:prstGeom prst="rect">
            <a:avLst/>
          </a:prstGeom>
          <a:noFill/>
          <a:ln/>
        </p:spPr>
        <p:txBody>
          <a:bodyPr wrap="square" rtlCol="0" anchor="ctr"/>
          <a:lstStyle/>
          <a:p>
            <a:pPr indent="0" marL="0">
              <a:buNone/>
            </a:pPr>
            <a:r>
              <a:rPr lang="en-US" sz="900" dirty="0">
                <a:solidFill>
                  <a:srgbClr val="8899AA"/>
                </a:solidFill>
              </a:rPr>
              <a:t>{{MARKET_INDUSTRY_OVERVIEW_SUBTITLE}}</a:t>
            </a:r>
            <a:endParaRPr lang="en-US" sz="900" dirty="0"/>
          </a:p>
        </p:txBody>
      </p:sp>
      <p:sp>
        <p:nvSpPr>
          <p:cNvPr id="30" name="Shape 28"/>
          <p:cNvSpPr/>
          <p:nvPr/>
        </p:nvSpPr>
        <p:spPr>
          <a:xfrm>
            <a:off x="4754880" y="1901952"/>
            <a:ext cx="4206240" cy="822960"/>
          </a:xfrm>
          <a:prstGeom prst="rect">
            <a:avLst/>
          </a:prstGeom>
          <a:solidFill>
            <a:srgbClr val="F0F4F8"/>
          </a:solidFill>
          <a:ln w="12700">
            <a:solidFill>
              <a:srgbClr val="F0F4F8"/>
            </a:solidFill>
            <a:prstDash val="solid"/>
          </a:ln>
        </p:spPr>
      </p:sp>
      <p:sp>
        <p:nvSpPr>
          <p:cNvPr id="31" name="Shape 29"/>
          <p:cNvSpPr/>
          <p:nvPr/>
        </p:nvSpPr>
        <p:spPr>
          <a:xfrm>
            <a:off x="4754880" y="1901952"/>
            <a:ext cx="54864" cy="822960"/>
          </a:xfrm>
          <a:prstGeom prst="rect">
            <a:avLst/>
          </a:prstGeom>
          <a:solidFill>
            <a:srgbClr val="C9A84C"/>
          </a:solidFill>
          <a:ln w="12700">
            <a:solidFill>
              <a:srgbClr val="C9A84C"/>
            </a:solidFill>
            <a:prstDash val="solid"/>
          </a:ln>
        </p:spPr>
      </p:sp>
      <p:sp>
        <p:nvSpPr>
          <p:cNvPr id="32" name="Text 30"/>
          <p:cNvSpPr/>
          <p:nvPr/>
        </p:nvSpPr>
        <p:spPr>
          <a:xfrm>
            <a:off x="4892040" y="1947672"/>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06</a:t>
            </a:r>
            <a:endParaRPr lang="en-US" sz="2000" dirty="0"/>
          </a:p>
        </p:txBody>
      </p:sp>
      <p:sp>
        <p:nvSpPr>
          <p:cNvPr id="33" name="Text 31"/>
          <p:cNvSpPr/>
          <p:nvPr/>
        </p:nvSpPr>
        <p:spPr>
          <a:xfrm>
            <a:off x="5413248" y="1938528"/>
            <a:ext cx="3383280" cy="320040"/>
          </a:xfrm>
          <a:prstGeom prst="rect">
            <a:avLst/>
          </a:prstGeom>
          <a:noFill/>
          <a:ln/>
        </p:spPr>
        <p:txBody>
          <a:bodyPr wrap="square" rtlCol="0" anchor="ctr"/>
          <a:lstStyle/>
          <a:p>
            <a:pPr indent="0" marL="0">
              <a:buNone/>
            </a:pPr>
            <a:r>
              <a:rPr lang="en-US" sz="1200" b="1" dirty="0">
                <a:solidFill>
                  <a:srgbClr val="0A1628"/>
                </a:solidFill>
              </a:rPr>
              <a:t>{{KEY_CONSIDERATIONS_RISK_FACTORS}}</a:t>
            </a:r>
            <a:endParaRPr lang="en-US" sz="1200" dirty="0"/>
          </a:p>
        </p:txBody>
      </p:sp>
      <p:sp>
        <p:nvSpPr>
          <p:cNvPr id="34" name="Text 32"/>
          <p:cNvSpPr/>
          <p:nvPr/>
        </p:nvSpPr>
        <p:spPr>
          <a:xfrm>
            <a:off x="5413248" y="2322576"/>
            <a:ext cx="3383280" cy="274320"/>
          </a:xfrm>
          <a:prstGeom prst="rect">
            <a:avLst/>
          </a:prstGeom>
          <a:noFill/>
          <a:ln/>
        </p:spPr>
        <p:txBody>
          <a:bodyPr wrap="square" rtlCol="0" anchor="ctr"/>
          <a:lstStyle/>
          <a:p>
            <a:pPr indent="0" marL="0">
              <a:buNone/>
            </a:pPr>
            <a:r>
              <a:rPr lang="en-US" sz="900" dirty="0">
                <a:solidFill>
                  <a:srgbClr val="8899AA"/>
                </a:solidFill>
              </a:rPr>
              <a:t>{{KEY_CONSIDERATIONS_RISK_FACTORS_SUBTITLE}}</a:t>
            </a:r>
            <a:endParaRPr lang="en-US" sz="900" dirty="0"/>
          </a:p>
        </p:txBody>
      </p:sp>
      <p:sp>
        <p:nvSpPr>
          <p:cNvPr id="35" name="Shape 33"/>
          <p:cNvSpPr/>
          <p:nvPr/>
        </p:nvSpPr>
        <p:spPr>
          <a:xfrm>
            <a:off x="4754880" y="2889504"/>
            <a:ext cx="4206240" cy="822960"/>
          </a:xfrm>
          <a:prstGeom prst="rect">
            <a:avLst/>
          </a:prstGeom>
          <a:solidFill>
            <a:srgbClr val="F0F4F8"/>
          </a:solidFill>
          <a:ln w="12700">
            <a:solidFill>
              <a:srgbClr val="F0F4F8"/>
            </a:solidFill>
            <a:prstDash val="solid"/>
          </a:ln>
        </p:spPr>
      </p:sp>
      <p:sp>
        <p:nvSpPr>
          <p:cNvPr id="36" name="Shape 34"/>
          <p:cNvSpPr/>
          <p:nvPr/>
        </p:nvSpPr>
        <p:spPr>
          <a:xfrm>
            <a:off x="4754880" y="2889504"/>
            <a:ext cx="54864" cy="822960"/>
          </a:xfrm>
          <a:prstGeom prst="rect">
            <a:avLst/>
          </a:prstGeom>
          <a:solidFill>
            <a:srgbClr val="C9A84C"/>
          </a:solidFill>
          <a:ln w="12700">
            <a:solidFill>
              <a:srgbClr val="C9A84C"/>
            </a:solidFill>
            <a:prstDash val="solid"/>
          </a:ln>
        </p:spPr>
      </p:sp>
      <p:sp>
        <p:nvSpPr>
          <p:cNvPr id="37" name="Text 35"/>
          <p:cNvSpPr/>
          <p:nvPr/>
        </p:nvSpPr>
        <p:spPr>
          <a:xfrm>
            <a:off x="4892040" y="2935224"/>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07</a:t>
            </a:r>
            <a:endParaRPr lang="en-US" sz="2000" dirty="0"/>
          </a:p>
        </p:txBody>
      </p:sp>
      <p:sp>
        <p:nvSpPr>
          <p:cNvPr id="38" name="Text 36"/>
          <p:cNvSpPr/>
          <p:nvPr/>
        </p:nvSpPr>
        <p:spPr>
          <a:xfrm>
            <a:off x="5413248" y="2926080"/>
            <a:ext cx="3383280" cy="320040"/>
          </a:xfrm>
          <a:prstGeom prst="rect">
            <a:avLst/>
          </a:prstGeom>
          <a:noFill/>
          <a:ln/>
        </p:spPr>
        <p:txBody>
          <a:bodyPr wrap="square" rtlCol="0" anchor="ctr"/>
          <a:lstStyle/>
          <a:p>
            <a:pPr indent="0" marL="0">
              <a:buNone/>
            </a:pPr>
            <a:r>
              <a:rPr lang="en-US" sz="1200" b="1" dirty="0">
                <a:solidFill>
                  <a:srgbClr val="0A1628"/>
                </a:solidFill>
              </a:rPr>
              <a:t>{{STRATEGIC_OPTIONS_THESIS}}</a:t>
            </a:r>
            <a:endParaRPr lang="en-US" sz="1200" dirty="0"/>
          </a:p>
        </p:txBody>
      </p:sp>
      <p:sp>
        <p:nvSpPr>
          <p:cNvPr id="39" name="Text 37"/>
          <p:cNvSpPr/>
          <p:nvPr/>
        </p:nvSpPr>
        <p:spPr>
          <a:xfrm>
            <a:off x="5413248" y="3310128"/>
            <a:ext cx="3383280" cy="274320"/>
          </a:xfrm>
          <a:prstGeom prst="rect">
            <a:avLst/>
          </a:prstGeom>
          <a:noFill/>
          <a:ln/>
        </p:spPr>
        <p:txBody>
          <a:bodyPr wrap="square" rtlCol="0" anchor="ctr"/>
          <a:lstStyle/>
          <a:p>
            <a:pPr indent="0" marL="0">
              <a:buNone/>
            </a:pPr>
            <a:r>
              <a:rPr lang="en-US" sz="900" dirty="0">
                <a:solidFill>
                  <a:srgbClr val="8899AA"/>
                </a:solidFill>
              </a:rPr>
              <a:t>{{STRATEGIC_OPTIONS_THESIS_SUBTITLE}}</a:t>
            </a:r>
            <a:endParaRPr lang="en-US" sz="900" dirty="0"/>
          </a:p>
        </p:txBody>
      </p:sp>
      <p:sp>
        <p:nvSpPr>
          <p:cNvPr id="40" name="Shape 38"/>
          <p:cNvSpPr/>
          <p:nvPr/>
        </p:nvSpPr>
        <p:spPr>
          <a:xfrm>
            <a:off x="4754880" y="3877056"/>
            <a:ext cx="4206240" cy="822960"/>
          </a:xfrm>
          <a:prstGeom prst="rect">
            <a:avLst/>
          </a:prstGeom>
          <a:solidFill>
            <a:srgbClr val="F0F4F8"/>
          </a:solidFill>
          <a:ln w="12700">
            <a:solidFill>
              <a:srgbClr val="F0F4F8"/>
            </a:solidFill>
            <a:prstDash val="solid"/>
          </a:ln>
        </p:spPr>
      </p:sp>
      <p:sp>
        <p:nvSpPr>
          <p:cNvPr id="41" name="Shape 39"/>
          <p:cNvSpPr/>
          <p:nvPr/>
        </p:nvSpPr>
        <p:spPr>
          <a:xfrm>
            <a:off x="4754880" y="3877056"/>
            <a:ext cx="54864" cy="822960"/>
          </a:xfrm>
          <a:prstGeom prst="rect">
            <a:avLst/>
          </a:prstGeom>
          <a:solidFill>
            <a:srgbClr val="C9A84C"/>
          </a:solidFill>
          <a:ln w="12700">
            <a:solidFill>
              <a:srgbClr val="C9A84C"/>
            </a:solidFill>
            <a:prstDash val="solid"/>
          </a:ln>
        </p:spPr>
      </p:sp>
      <p:sp>
        <p:nvSpPr>
          <p:cNvPr id="42" name="Text 40"/>
          <p:cNvSpPr/>
          <p:nvPr/>
        </p:nvSpPr>
        <p:spPr>
          <a:xfrm>
            <a:off x="4892040" y="3922776"/>
            <a:ext cx="502920" cy="320040"/>
          </a:xfrm>
          <a:prstGeom prst="rect">
            <a:avLst/>
          </a:prstGeom>
          <a:noFill/>
          <a:ln/>
        </p:spPr>
        <p:txBody>
          <a:bodyPr wrap="square" rtlCol="0" anchor="ctr"/>
          <a:lstStyle/>
          <a:p>
            <a:pPr indent="0" marL="0">
              <a:buNone/>
            </a:pPr>
            <a:r>
              <a:rPr lang="en-US" sz="2000" b="1" dirty="0">
                <a:solidFill>
                  <a:srgbClr val="C9A84C"/>
                </a:solidFill>
                <a:latin typeface="Georgia" pitchFamily="34" charset="0"/>
                <a:ea typeface="Georgia" pitchFamily="34" charset="-122"/>
                <a:cs typeface="Georgia" pitchFamily="34" charset="-120"/>
              </a:rPr>
              <a:t>08</a:t>
            </a:r>
            <a:endParaRPr lang="en-US" sz="2000" dirty="0"/>
          </a:p>
        </p:txBody>
      </p:sp>
      <p:sp>
        <p:nvSpPr>
          <p:cNvPr id="43" name="Text 41"/>
          <p:cNvSpPr/>
          <p:nvPr/>
        </p:nvSpPr>
        <p:spPr>
          <a:xfrm>
            <a:off x="5413248" y="3913632"/>
            <a:ext cx="3383280" cy="320040"/>
          </a:xfrm>
          <a:prstGeom prst="rect">
            <a:avLst/>
          </a:prstGeom>
          <a:noFill/>
          <a:ln/>
        </p:spPr>
        <p:txBody>
          <a:bodyPr wrap="square" rtlCol="0" anchor="ctr"/>
          <a:lstStyle/>
          <a:p>
            <a:pPr indent="0" marL="0">
              <a:buNone/>
            </a:pPr>
            <a:r>
              <a:rPr lang="en-US" sz="1200" b="1" dirty="0">
                <a:solidFill>
                  <a:srgbClr val="0A1628"/>
                </a:solidFill>
              </a:rPr>
              <a:t>{{VALUATION_ANALYSIS}}</a:t>
            </a:r>
            <a:endParaRPr lang="en-US" sz="1200" dirty="0"/>
          </a:p>
        </p:txBody>
      </p:sp>
      <p:sp>
        <p:nvSpPr>
          <p:cNvPr id="44" name="Text 42"/>
          <p:cNvSpPr/>
          <p:nvPr/>
        </p:nvSpPr>
        <p:spPr>
          <a:xfrm>
            <a:off x="5413248" y="4297680"/>
            <a:ext cx="3383280" cy="274320"/>
          </a:xfrm>
          <a:prstGeom prst="rect">
            <a:avLst/>
          </a:prstGeom>
          <a:noFill/>
          <a:ln/>
        </p:spPr>
        <p:txBody>
          <a:bodyPr wrap="square" rtlCol="0" anchor="ctr"/>
          <a:lstStyle/>
          <a:p>
            <a:pPr indent="0" marL="0">
              <a:buNone/>
            </a:pPr>
            <a:r>
              <a:rPr lang="en-US" sz="900" dirty="0">
                <a:solidFill>
                  <a:srgbClr val="8899AA"/>
                </a:solidFill>
              </a:rPr>
              <a:t>{{VALUATION_ANALYSIS_SUBTITLE}}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{{SECTION_01_HEADER}}</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sp>
      <p:sp>
        <p:nvSpPr>
          <p:cNvPr id="5" name="Text 3"/>
          <p:cNvSpPr/>
          <p:nvPr/>
        </p:nvSpPr>
        <p:spPr>
          <a:xfrm>
            <a:off x="365760" y="777240"/>
            <a:ext cx="8412480" cy="347472"/>
          </a:xfrm>
          <a:prstGeom prst="rect">
            <a:avLst/>
          </a:prstGeom>
          <a:noFill/>
          <a:ln/>
        </p:spPr>
        <p:txBody>
          <a:bodyPr wrap="square" rtlCol="0" anchor="ctr"/>
          <a:lstStyle/>
          <a:p>
            <a:pPr indent="0" marL="0">
              <a:buNone/>
            </a:pPr>
            <a:r>
              <a:rPr lang="en-US" sz="1300" b="1" i="1" dirty="0">
                <a:solidFill>
                  <a:srgbClr val="1A3567"/>
                </a:solidFill>
              </a:rPr>
              <a:t>{{SECTION_01_TITLE}}</a:t>
            </a:r>
            <a:endParaRPr lang="en-US" sz="1300" dirty="0"/>
          </a:p>
        </p:txBody>
      </p:sp>
      <p:sp>
        <p:nvSpPr>
          <p:cNvPr id="6" name="Shape 4"/>
          <p:cNvSpPr/>
          <p:nvPr/>
        </p:nvSpPr>
        <p:spPr>
          <a:xfrm>
            <a:off x="274320" y="1261872"/>
            <a:ext cx="2743200" cy="1627632"/>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pic>
        <p:nvPicPr>
          <p:cNvPr id="7" name="Image 0" descr="preencoded.png"/>
          <p:cNvPicPr>
            <a:picLocks noChangeAspect="1"/>
          </p:cNvPicPr>
          <p:nvPr/>
        </p:nvPicPr>
        <p:blipFill>
          <a:blip r:embed="rId1"/>
          <a:stretch>
            <a:fillRect/>
          </a:stretch>
        </p:blipFill>
        <p:spPr>
          <a:xfrm>
            <a:off x="438912" y="1371600"/>
            <a:ext cx="347472" cy="347472"/>
          </a:xfrm>
          <a:prstGeom prst="rect">
            <a:avLst/>
          </a:prstGeom>
        </p:spPr>
      </p:pic>
      <p:sp>
        <p:nvSpPr>
          <p:cNvPr id="8" name="Text 5"/>
          <p:cNvSpPr/>
          <p:nvPr/>
        </p:nvSpPr>
        <p:spPr>
          <a:xfrm>
            <a:off x="841248" y="1353312"/>
            <a:ext cx="2011680" cy="347472"/>
          </a:xfrm>
          <a:prstGeom prst="rect">
            <a:avLst/>
          </a:prstGeom>
          <a:noFill/>
          <a:ln/>
        </p:spPr>
        <p:txBody>
          <a:bodyPr wrap="square" rtlCol="0" anchor="ctr"/>
          <a:lstStyle/>
          <a:p>
            <a:pPr indent="0" marL="0">
              <a:buNone/>
            </a:pPr>
            <a:r>
              <a:rPr lang="en-US" sz="1100" b="1" dirty="0">
                <a:solidFill>
                  <a:srgbClr val="0A1628"/>
                </a:solidFill>
              </a:rPr>
              <a:t>{{S01_POINT1_TITLE}}</a:t>
            </a:r>
            <a:endParaRPr lang="en-US" sz="1100" dirty="0"/>
          </a:p>
        </p:txBody>
      </p:sp>
      <p:sp>
        <p:nvSpPr>
          <p:cNvPr id="9" name="Text 6"/>
          <p:cNvSpPr/>
          <p:nvPr/>
        </p:nvSpPr>
        <p:spPr>
          <a:xfrm>
            <a:off x="402336" y="1773936"/>
            <a:ext cx="2487168" cy="987552"/>
          </a:xfrm>
          <a:prstGeom prst="rect">
            <a:avLst/>
          </a:prstGeom>
          <a:noFill/>
          <a:ln/>
        </p:spPr>
        <p:txBody>
          <a:bodyPr wrap="square" rtlCol="0" anchor="ctr"/>
          <a:lstStyle/>
          <a:p>
            <a:pPr indent="0" marL="0">
              <a:buNone/>
            </a:pPr>
            <a:r>
              <a:rPr lang="en-US" sz="950" dirty="0">
                <a:solidFill>
                  <a:srgbClr val="1A3567"/>
                </a:solidFill>
              </a:rPr>
              <a:t>{{S01_POINT1_BODY}}</a:t>
            </a:r>
            <a:endParaRPr lang="en-US" sz="950" dirty="0"/>
          </a:p>
        </p:txBody>
      </p:sp>
      <p:sp>
        <p:nvSpPr>
          <p:cNvPr id="10" name="Shape 7"/>
          <p:cNvSpPr/>
          <p:nvPr/>
        </p:nvSpPr>
        <p:spPr>
          <a:xfrm>
            <a:off x="3200400" y="1261872"/>
            <a:ext cx="2743200" cy="1627632"/>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pic>
        <p:nvPicPr>
          <p:cNvPr id="11" name="Image 1" descr="preencoded.png"/>
          <p:cNvPicPr>
            <a:picLocks noChangeAspect="1"/>
          </p:cNvPicPr>
          <p:nvPr/>
        </p:nvPicPr>
        <p:blipFill>
          <a:blip r:embed="rId2"/>
          <a:stretch>
            <a:fillRect/>
          </a:stretch>
        </p:blipFill>
        <p:spPr>
          <a:xfrm>
            <a:off x="3364992" y="1371600"/>
            <a:ext cx="347472" cy="347472"/>
          </a:xfrm>
          <a:prstGeom prst="rect">
            <a:avLst/>
          </a:prstGeom>
        </p:spPr>
      </p:pic>
      <p:sp>
        <p:nvSpPr>
          <p:cNvPr id="12" name="Text 8"/>
          <p:cNvSpPr/>
          <p:nvPr/>
        </p:nvSpPr>
        <p:spPr>
          <a:xfrm>
            <a:off x="3767328" y="1353312"/>
            <a:ext cx="2011680" cy="347472"/>
          </a:xfrm>
          <a:prstGeom prst="rect">
            <a:avLst/>
          </a:prstGeom>
          <a:noFill/>
          <a:ln/>
        </p:spPr>
        <p:txBody>
          <a:bodyPr wrap="square" rtlCol="0" anchor="ctr"/>
          <a:lstStyle/>
          <a:p>
            <a:pPr indent="0" marL="0">
              <a:buNone/>
            </a:pPr>
            <a:r>
              <a:rPr lang="en-US" sz="1100" b="1" dirty="0">
                <a:solidFill>
                  <a:srgbClr val="0A1628"/>
                </a:solidFill>
              </a:rPr>
              <a:t>{{S01_POINT2_TITLE}}</a:t>
            </a:r>
            <a:endParaRPr lang="en-US" sz="1100" dirty="0"/>
          </a:p>
        </p:txBody>
      </p:sp>
      <p:sp>
        <p:nvSpPr>
          <p:cNvPr id="13" name="Text 9"/>
          <p:cNvSpPr/>
          <p:nvPr/>
        </p:nvSpPr>
        <p:spPr>
          <a:xfrm>
            <a:off x="3328416" y="1773936"/>
            <a:ext cx="2487168" cy="987552"/>
          </a:xfrm>
          <a:prstGeom prst="rect">
            <a:avLst/>
          </a:prstGeom>
          <a:noFill/>
          <a:ln/>
        </p:spPr>
        <p:txBody>
          <a:bodyPr wrap="square" rtlCol="0" anchor="ctr"/>
          <a:lstStyle/>
          <a:p>
            <a:pPr indent="0" marL="0">
              <a:buNone/>
            </a:pPr>
            <a:r>
              <a:rPr lang="en-US" sz="950" dirty="0">
                <a:solidFill>
                  <a:srgbClr val="1A3567"/>
                </a:solidFill>
              </a:rPr>
              <a:t>{{S01_POINT2_BODY}}</a:t>
            </a:r>
            <a:endParaRPr lang="en-US" sz="950" dirty="0"/>
          </a:p>
        </p:txBody>
      </p:sp>
      <p:sp>
        <p:nvSpPr>
          <p:cNvPr id="14" name="Shape 10"/>
          <p:cNvSpPr/>
          <p:nvPr/>
        </p:nvSpPr>
        <p:spPr>
          <a:xfrm>
            <a:off x="6126480" y="1261872"/>
            <a:ext cx="2743200" cy="1627632"/>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pic>
        <p:nvPicPr>
          <p:cNvPr id="15" name="Image 2" descr="preencoded.png"/>
          <p:cNvPicPr>
            <a:picLocks noChangeAspect="1"/>
          </p:cNvPicPr>
          <p:nvPr/>
        </p:nvPicPr>
        <p:blipFill>
          <a:blip r:embed="rId3"/>
          <a:stretch>
            <a:fillRect/>
          </a:stretch>
        </p:blipFill>
        <p:spPr>
          <a:xfrm>
            <a:off x="6291072" y="1371600"/>
            <a:ext cx="347472" cy="347472"/>
          </a:xfrm>
          <a:prstGeom prst="rect">
            <a:avLst/>
          </a:prstGeom>
        </p:spPr>
      </p:pic>
      <p:sp>
        <p:nvSpPr>
          <p:cNvPr id="16" name="Text 11"/>
          <p:cNvSpPr/>
          <p:nvPr/>
        </p:nvSpPr>
        <p:spPr>
          <a:xfrm>
            <a:off x="6693408" y="1353312"/>
            <a:ext cx="2011680" cy="347472"/>
          </a:xfrm>
          <a:prstGeom prst="rect">
            <a:avLst/>
          </a:prstGeom>
          <a:noFill/>
          <a:ln/>
        </p:spPr>
        <p:txBody>
          <a:bodyPr wrap="square" rtlCol="0" anchor="ctr"/>
          <a:lstStyle/>
          <a:p>
            <a:pPr indent="0" marL="0">
              <a:buNone/>
            </a:pPr>
            <a:r>
              <a:rPr lang="en-US" sz="1100" b="1" dirty="0">
                <a:solidFill>
                  <a:srgbClr val="0A1628"/>
                </a:solidFill>
              </a:rPr>
              <a:t>{{S01_POINT3_TITLE}}</a:t>
            </a:r>
            <a:endParaRPr lang="en-US" sz="1100" dirty="0"/>
          </a:p>
        </p:txBody>
      </p:sp>
      <p:sp>
        <p:nvSpPr>
          <p:cNvPr id="17" name="Text 12"/>
          <p:cNvSpPr/>
          <p:nvPr/>
        </p:nvSpPr>
        <p:spPr>
          <a:xfrm>
            <a:off x="6254496" y="1773936"/>
            <a:ext cx="2487168" cy="987552"/>
          </a:xfrm>
          <a:prstGeom prst="rect">
            <a:avLst/>
          </a:prstGeom>
          <a:noFill/>
          <a:ln/>
        </p:spPr>
        <p:txBody>
          <a:bodyPr wrap="square" rtlCol="0" anchor="ctr"/>
          <a:lstStyle/>
          <a:p>
            <a:pPr indent="0" marL="0">
              <a:buNone/>
            </a:pPr>
            <a:r>
              <a:rPr lang="en-US" sz="950" dirty="0">
                <a:solidFill>
                  <a:srgbClr val="1A3567"/>
                </a:solidFill>
              </a:rPr>
              <a:t>{{S01_POINT3_BODY}}</a:t>
            </a:r>
            <a:endParaRPr lang="en-US" sz="950" dirty="0"/>
          </a:p>
        </p:txBody>
      </p:sp>
      <p:sp>
        <p:nvSpPr>
          <p:cNvPr id="18" name="Shape 13"/>
          <p:cNvSpPr/>
          <p:nvPr/>
        </p:nvSpPr>
        <p:spPr>
          <a:xfrm>
            <a:off x="274320" y="3044952"/>
            <a:ext cx="2743200" cy="1627632"/>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pic>
        <p:nvPicPr>
          <p:cNvPr id="19" name="Image 3" descr="preencoded.png"/>
          <p:cNvPicPr>
            <a:picLocks noChangeAspect="1"/>
          </p:cNvPicPr>
          <p:nvPr/>
        </p:nvPicPr>
        <p:blipFill>
          <a:blip r:embed="rId4"/>
          <a:stretch>
            <a:fillRect/>
          </a:stretch>
        </p:blipFill>
        <p:spPr>
          <a:xfrm>
            <a:off x="438912" y="3154680"/>
            <a:ext cx="347472" cy="347472"/>
          </a:xfrm>
          <a:prstGeom prst="rect">
            <a:avLst/>
          </a:prstGeom>
        </p:spPr>
      </p:pic>
      <p:sp>
        <p:nvSpPr>
          <p:cNvPr id="20" name="Text 14"/>
          <p:cNvSpPr/>
          <p:nvPr/>
        </p:nvSpPr>
        <p:spPr>
          <a:xfrm>
            <a:off x="841248" y="3136392"/>
            <a:ext cx="2011680" cy="347472"/>
          </a:xfrm>
          <a:prstGeom prst="rect">
            <a:avLst/>
          </a:prstGeom>
          <a:noFill/>
          <a:ln/>
        </p:spPr>
        <p:txBody>
          <a:bodyPr wrap="square" rtlCol="0" anchor="ctr"/>
          <a:lstStyle/>
          <a:p>
            <a:pPr indent="0" marL="0">
              <a:buNone/>
            </a:pPr>
            <a:r>
              <a:rPr lang="en-US" sz="1100" b="1" dirty="0">
                <a:solidFill>
                  <a:srgbClr val="0A1628"/>
                </a:solidFill>
              </a:rPr>
              <a:t>{{S01_POINT4_TITLE}}</a:t>
            </a:r>
            <a:endParaRPr lang="en-US" sz="1100" dirty="0"/>
          </a:p>
        </p:txBody>
      </p:sp>
      <p:sp>
        <p:nvSpPr>
          <p:cNvPr id="21" name="Text 15"/>
          <p:cNvSpPr/>
          <p:nvPr/>
        </p:nvSpPr>
        <p:spPr>
          <a:xfrm>
            <a:off x="402336" y="3557016"/>
            <a:ext cx="2487168" cy="987552"/>
          </a:xfrm>
          <a:prstGeom prst="rect">
            <a:avLst/>
          </a:prstGeom>
          <a:noFill/>
          <a:ln/>
        </p:spPr>
        <p:txBody>
          <a:bodyPr wrap="square" rtlCol="0" anchor="ctr"/>
          <a:lstStyle/>
          <a:p>
            <a:pPr indent="0" marL="0">
              <a:buNone/>
            </a:pPr>
            <a:r>
              <a:rPr lang="en-US" sz="950" dirty="0">
                <a:solidFill>
                  <a:srgbClr val="1A3567"/>
                </a:solidFill>
              </a:rPr>
              <a:t>{{S01_POINT4_BODY}}</a:t>
            </a:r>
            <a:endParaRPr lang="en-US" sz="950" dirty="0"/>
          </a:p>
        </p:txBody>
      </p:sp>
      <p:sp>
        <p:nvSpPr>
          <p:cNvPr id="22" name="Shape 16"/>
          <p:cNvSpPr/>
          <p:nvPr/>
        </p:nvSpPr>
        <p:spPr>
          <a:xfrm>
            <a:off x="3200400" y="3044952"/>
            <a:ext cx="2743200" cy="1627632"/>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pic>
        <p:nvPicPr>
          <p:cNvPr id="23" name="Image 4" descr="preencoded.png"/>
          <p:cNvPicPr>
            <a:picLocks noChangeAspect="1"/>
          </p:cNvPicPr>
          <p:nvPr/>
        </p:nvPicPr>
        <p:blipFill>
          <a:blip r:embed="rId5"/>
          <a:stretch>
            <a:fillRect/>
          </a:stretch>
        </p:blipFill>
        <p:spPr>
          <a:xfrm>
            <a:off x="3364992" y="3154680"/>
            <a:ext cx="347472" cy="347472"/>
          </a:xfrm>
          <a:prstGeom prst="rect">
            <a:avLst/>
          </a:prstGeom>
        </p:spPr>
      </p:pic>
      <p:sp>
        <p:nvSpPr>
          <p:cNvPr id="24" name="Text 17"/>
          <p:cNvSpPr/>
          <p:nvPr/>
        </p:nvSpPr>
        <p:spPr>
          <a:xfrm>
            <a:off x="3767328" y="3136392"/>
            <a:ext cx="2011680" cy="347472"/>
          </a:xfrm>
          <a:prstGeom prst="rect">
            <a:avLst/>
          </a:prstGeom>
          <a:noFill/>
          <a:ln/>
        </p:spPr>
        <p:txBody>
          <a:bodyPr wrap="square" rtlCol="0" anchor="ctr"/>
          <a:lstStyle/>
          <a:p>
            <a:pPr indent="0" marL="0">
              <a:buNone/>
            </a:pPr>
            <a:r>
              <a:rPr lang="en-US" sz="1100" b="1" dirty="0">
                <a:solidFill>
                  <a:srgbClr val="0A1628"/>
                </a:solidFill>
              </a:rPr>
              <a:t>{{S01_POINT5_TITLE}}</a:t>
            </a:r>
            <a:endParaRPr lang="en-US" sz="1100" dirty="0"/>
          </a:p>
        </p:txBody>
      </p:sp>
      <p:sp>
        <p:nvSpPr>
          <p:cNvPr id="25" name="Text 18"/>
          <p:cNvSpPr/>
          <p:nvPr/>
        </p:nvSpPr>
        <p:spPr>
          <a:xfrm>
            <a:off x="3328416" y="3557016"/>
            <a:ext cx="2487168" cy="987552"/>
          </a:xfrm>
          <a:prstGeom prst="rect">
            <a:avLst/>
          </a:prstGeom>
          <a:noFill/>
          <a:ln/>
        </p:spPr>
        <p:txBody>
          <a:bodyPr wrap="square" rtlCol="0" anchor="ctr"/>
          <a:lstStyle/>
          <a:p>
            <a:pPr indent="0" marL="0">
              <a:buNone/>
            </a:pPr>
            <a:r>
              <a:rPr lang="en-US" sz="950" dirty="0">
                <a:solidFill>
                  <a:srgbClr val="1A3567"/>
                </a:solidFill>
              </a:rPr>
              <a:t>{{S01_POINT5_BODY}}</a:t>
            </a:r>
            <a:endParaRPr lang="en-US" sz="950" dirty="0"/>
          </a:p>
        </p:txBody>
      </p:sp>
      <p:sp>
        <p:nvSpPr>
          <p:cNvPr id="26" name="Shape 19"/>
          <p:cNvSpPr/>
          <p:nvPr/>
        </p:nvSpPr>
        <p:spPr>
          <a:xfrm>
            <a:off x="6126480" y="3044952"/>
            <a:ext cx="2743200" cy="1627632"/>
          </a:xfrm>
          <a:prstGeom prst="rect">
            <a:avLst/>
          </a:prstGeom>
          <a:solidFill>
            <a:srgbClr val="FFFFFF"/>
          </a:solidFill>
          <a:ln w="12700">
            <a:solidFill>
              <a:srgbClr val="FFFFFF"/>
            </a:solidFill>
            <a:prstDash val="solid"/>
          </a:ln>
          <a:effectLst>
            <a:outerShdw sx="100000" sy="100000" kx="0" ky="0" algn="bl" rotWithShape="0" blurRad="101600" dist="25400" dir="8100000">
              <a:srgbClr val="000000">
                <a:alpha val="10000"/>
              </a:srgbClr>
            </a:outerShdw>
          </a:effectLst>
        </p:spPr>
      </p:sp>
      <p:pic>
        <p:nvPicPr>
          <p:cNvPr id="27" name="Image 5" descr="preencoded.png"/>
          <p:cNvPicPr>
            <a:picLocks noChangeAspect="1"/>
          </p:cNvPicPr>
          <p:nvPr/>
        </p:nvPicPr>
        <p:blipFill>
          <a:blip r:embed="rId6"/>
          <a:stretch>
            <a:fillRect/>
          </a:stretch>
        </p:blipFill>
        <p:spPr>
          <a:xfrm>
            <a:off x="6291072" y="3154680"/>
            <a:ext cx="347472" cy="347472"/>
          </a:xfrm>
          <a:prstGeom prst="rect">
            <a:avLst/>
          </a:prstGeom>
        </p:spPr>
      </p:pic>
      <p:sp>
        <p:nvSpPr>
          <p:cNvPr id="28" name="Text 20"/>
          <p:cNvSpPr/>
          <p:nvPr/>
        </p:nvSpPr>
        <p:spPr>
          <a:xfrm>
            <a:off x="6693408" y="3136392"/>
            <a:ext cx="2011680" cy="347472"/>
          </a:xfrm>
          <a:prstGeom prst="rect">
            <a:avLst/>
          </a:prstGeom>
          <a:noFill/>
          <a:ln/>
        </p:spPr>
        <p:txBody>
          <a:bodyPr wrap="square" rtlCol="0" anchor="ctr"/>
          <a:lstStyle/>
          <a:p>
            <a:pPr indent="0" marL="0">
              <a:buNone/>
            </a:pPr>
            <a:r>
              <a:rPr lang="en-US" sz="1100" b="1" dirty="0">
                <a:solidFill>
                  <a:srgbClr val="0A1628"/>
                </a:solidFill>
              </a:rPr>
              <a:t>{{S01_POINT6_TITLE}}</a:t>
            </a:r>
            <a:endParaRPr lang="en-US" sz="1100" dirty="0"/>
          </a:p>
        </p:txBody>
      </p:sp>
      <p:sp>
        <p:nvSpPr>
          <p:cNvPr id="29" name="Text 21"/>
          <p:cNvSpPr/>
          <p:nvPr/>
        </p:nvSpPr>
        <p:spPr>
          <a:xfrm>
            <a:off x="6254496" y="3557016"/>
            <a:ext cx="2487168" cy="987552"/>
          </a:xfrm>
          <a:prstGeom prst="rect">
            <a:avLst/>
          </a:prstGeom>
          <a:noFill/>
          <a:ln/>
        </p:spPr>
        <p:txBody>
          <a:bodyPr wrap="square" rtlCol="0" anchor="ctr"/>
          <a:lstStyle/>
          <a:p>
            <a:pPr indent="0" marL="0">
              <a:buNone/>
            </a:pPr>
            <a:r>
              <a:rPr lang="en-US" sz="950" dirty="0">
                <a:solidFill>
                  <a:srgbClr val="1A3567"/>
                </a:solidFill>
              </a:rPr>
              <a:t>{{S01_POINT6_BODY}}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{{SECTION_02_HEADER}}</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sp>
      <p:sp>
        <p:nvSpPr>
          <p:cNvPr id="5" name="Text 3"/>
          <p:cNvSpPr/>
          <p:nvPr/>
        </p:nvSpPr>
        <p:spPr>
          <a:xfrm>
            <a:off x="365760" y="804672"/>
            <a:ext cx="4206240" cy="320040"/>
          </a:xfrm>
          <a:prstGeom prst="rect">
            <a:avLst/>
          </a:prstGeom>
          <a:noFill/>
          <a:ln/>
        </p:spPr>
        <p:txBody>
          <a:bodyPr wrap="square" rtlCol="0" anchor="ctr"/>
          <a:lstStyle/>
          <a:p>
            <a:pPr indent="0" marL="0">
              <a:buNone/>
            </a:pPr>
            <a:r>
              <a:rPr lang="en-US" sz="1300" b="1" dirty="0">
                <a:solidFill>
                  <a:srgbClr val="0A1628"/>
                </a:solidFill>
              </a:rPr>
              <a:t>{{SECTION_02_TITLE}}</a:t>
            </a:r>
            <a:endParaRPr lang="en-US" sz="1300" dirty="0"/>
          </a:p>
        </p:txBody>
      </p:sp>
      <p:sp>
        <p:nvSpPr>
          <p:cNvPr id="6" name="Text 4"/>
          <p:cNvSpPr/>
          <p:nvPr/>
        </p:nvSpPr>
        <p:spPr>
          <a:xfrm>
            <a:off x="365760" y="1188720"/>
            <a:ext cx="4389120" cy="3474720"/>
          </a:xfrm>
          <a:prstGeom prst="rect">
            <a:avLst/>
          </a:prstGeom>
          <a:noFill/>
          <a:ln/>
        </p:spPr>
        <p:txBody>
          <a:bodyPr wrap="square" rtlCol="0" anchor="ctr"/>
          <a:lstStyle/>
          <a:p>
            <a:pPr marL="342900" indent="-342900">
              <a:spcAft>
                <a:spcPts val="600"/>
              </a:spcAft>
              <a:buSzPct val="100000"/>
              <a:buChar char="•"/>
            </a:pPr>
            <a:r>
              <a:rPr lang="en-US" sz="1050" dirty="0">
                <a:solidFill>
                  <a:srgbClr val="1A3567"/>
                </a:solidFill>
              </a:rPr>
              <a:t>{{S02_BULLET1}}</a:t>
            </a:r>
            <a:endParaRPr lang="en-US" sz="1050" dirty="0"/>
          </a:p>
          <a:p>
            <a:pPr marL="342900" indent="-342900">
              <a:spcAft>
                <a:spcPts val="600"/>
              </a:spcAft>
              <a:buSzPct val="100000"/>
              <a:buChar char="•"/>
            </a:pPr>
            <a:r>
              <a:rPr lang="en-US" sz="1050" dirty="0">
                <a:solidFill>
                  <a:srgbClr val="1A3567"/>
                </a:solidFill>
              </a:rPr>
              <a:t>{{S02_BULLET2}}</a:t>
            </a:r>
            <a:endParaRPr lang="en-US" sz="1050" dirty="0"/>
          </a:p>
          <a:p>
            <a:pPr marL="342900" indent="-342900">
              <a:spcAft>
                <a:spcPts val="600"/>
              </a:spcAft>
              <a:buSzPct val="100000"/>
              <a:buChar char="•"/>
            </a:pPr>
            <a:r>
              <a:rPr lang="en-US" sz="1050" dirty="0">
                <a:solidFill>
                  <a:srgbClr val="1A3567"/>
                </a:solidFill>
              </a:rPr>
              <a:t>{{S02_BULLET3}}</a:t>
            </a:r>
            <a:endParaRPr lang="en-US" sz="1050" dirty="0"/>
          </a:p>
          <a:p>
            <a:pPr marL="342900" indent="-342900">
              <a:spcAft>
                <a:spcPts val="600"/>
              </a:spcAft>
              <a:buSzPct val="100000"/>
              <a:buChar char="•"/>
            </a:pPr>
            <a:r>
              <a:rPr lang="en-US" sz="1050" dirty="0">
                <a:solidFill>
                  <a:srgbClr val="1A3567"/>
                </a:solidFill>
              </a:rPr>
              <a:t>{{S02_BULLET4}}</a:t>
            </a:r>
            <a:endParaRPr lang="en-US" sz="1050" dirty="0"/>
          </a:p>
          <a:p>
            <a:pPr marL="342900" indent="-342900">
              <a:spcAft>
                <a:spcPts val="600"/>
              </a:spcAft>
              <a:buSzPct val="100000"/>
              <a:buChar char="•"/>
            </a:pPr>
            <a:r>
              <a:rPr lang="en-US" sz="1050" dirty="0">
                <a:solidFill>
                  <a:srgbClr val="1A3567"/>
                </a:solidFill>
              </a:rPr>
              <a:t>{{S02_BULLET5}}</a:t>
            </a:r>
            <a:endParaRPr lang="en-US" sz="1050" dirty="0"/>
          </a:p>
          <a:p>
            <a:pPr marL="342900" indent="-342900">
              <a:spcAft>
                <a:spcPts val="600"/>
              </a:spcAft>
              <a:buSzPct val="100000"/>
              <a:buChar char="•"/>
            </a:pPr>
            <a:r>
              <a:rPr lang="en-US" sz="1050" dirty="0">
                <a:solidFill>
                  <a:srgbClr val="1A3567"/>
                </a:solidFill>
              </a:rPr>
              <a:t>{{S02_BULLET6}}</a:t>
            </a:r>
            <a:endParaRPr lang="en-US" sz="1050" dirty="0"/>
          </a:p>
        </p:txBody>
      </p:sp>
      <p:sp>
        <p:nvSpPr>
          <p:cNvPr id="7" name="Shape 5"/>
          <p:cNvSpPr/>
          <p:nvPr/>
        </p:nvSpPr>
        <p:spPr>
          <a:xfrm>
            <a:off x="5029200" y="777240"/>
            <a:ext cx="3749040" cy="4114800"/>
          </a:xfrm>
          <a:prstGeom prst="rect">
            <a:avLst/>
          </a:prstGeom>
          <a:solidFill>
            <a:srgbClr val="F0F4F8"/>
          </a:solidFill>
          <a:ln w="12700">
            <a:solidFill>
              <a:srgbClr val="F0F4F8"/>
            </a:solidFill>
            <a:prstDash val="solid"/>
          </a:ln>
        </p:spPr>
      </p:sp>
      <p:sp>
        <p:nvSpPr>
          <p:cNvPr id="8" name="Text 6"/>
          <p:cNvSpPr/>
          <p:nvPr/>
        </p:nvSpPr>
        <p:spPr>
          <a:xfrm>
            <a:off x="5120640" y="868680"/>
            <a:ext cx="3566160" cy="320040"/>
          </a:xfrm>
          <a:prstGeom prst="rect">
            <a:avLst/>
          </a:prstGeom>
          <a:noFill/>
          <a:ln/>
        </p:spPr>
        <p:txBody>
          <a:bodyPr wrap="square" rtlCol="0" anchor="ctr"/>
          <a:lstStyle/>
          <a:p>
            <a:pPr indent="0" marL="0">
              <a:buNone/>
            </a:pPr>
            <a:r>
              <a:rPr lang="en-US" sz="1100" b="1" dirty="0">
                <a:solidFill>
                  <a:srgbClr val="0A1628"/>
                </a:solidFill>
              </a:rPr>
              <a:t>{{S02_CHART_TITLE}}</a:t>
            </a:r>
            <a:endParaRPr lang="en-US" sz="1100" dirty="0"/>
          </a:p>
        </p:txBody>
      </p:sp>
      <p:sp>
        <p:nvSpPr>
          <p:cNvPr id="9" name="Shape 7"/>
          <p:cNvSpPr/>
          <p:nvPr/>
        </p:nvSpPr>
        <p:spPr>
          <a:xfrm>
            <a:off x="5120640" y="1298448"/>
            <a:ext cx="3520440" cy="749808"/>
          </a:xfrm>
          <a:prstGeom prst="rect">
            <a:avLst/>
          </a:prstGeom>
          <a:solidFill>
            <a:srgbClr val="FFFFFF"/>
          </a:solidFill>
          <a:ln w="12700">
            <a:solidFill>
              <a:srgbClr val="FFFFFF"/>
            </a:solidFill>
            <a:prstDash val="solid"/>
          </a:ln>
        </p:spPr>
      </p:sp>
      <p:sp>
        <p:nvSpPr>
          <p:cNvPr id="10" name="Shape 8"/>
          <p:cNvSpPr/>
          <p:nvPr/>
        </p:nvSpPr>
        <p:spPr>
          <a:xfrm>
            <a:off x="5120640" y="1298448"/>
            <a:ext cx="54864" cy="749808"/>
          </a:xfrm>
          <a:prstGeom prst="rect">
            <a:avLst/>
          </a:prstGeom>
          <a:solidFill>
            <a:srgbClr val="1E4488"/>
          </a:solidFill>
          <a:ln w="12700">
            <a:solidFill>
              <a:srgbClr val="1E4488"/>
            </a:solidFill>
            <a:prstDash val="solid"/>
          </a:ln>
        </p:spPr>
      </p:sp>
      <p:sp>
        <p:nvSpPr>
          <p:cNvPr id="11" name="Text 9"/>
          <p:cNvSpPr/>
          <p:nvPr/>
        </p:nvSpPr>
        <p:spPr>
          <a:xfrm>
            <a:off x="5230368" y="1353312"/>
            <a:ext cx="685800" cy="384048"/>
          </a:xfrm>
          <a:prstGeom prst="rect">
            <a:avLst/>
          </a:prstGeom>
          <a:noFill/>
          <a:ln/>
        </p:spPr>
        <p:txBody>
          <a:bodyPr wrap="square" rtlCol="0" anchor="ctr"/>
          <a:lstStyle/>
          <a:p>
            <a:pPr indent="0" marL="0">
              <a:buNone/>
            </a:pPr>
            <a:r>
              <a:rPr lang="en-US" sz="2200" b="1" dirty="0">
                <a:solidFill>
                  <a:srgbClr val="1E4488"/>
                </a:solidFill>
                <a:latin typeface="Georgia" pitchFamily="34" charset="0"/>
                <a:ea typeface="Georgia" pitchFamily="34" charset="-122"/>
                <a:cs typeface="Georgia" pitchFamily="34" charset="-120"/>
              </a:rPr>
              <a:t>{{S02_CH1_PCT}}</a:t>
            </a:r>
            <a:endParaRPr lang="en-US" sz="2200" dirty="0"/>
          </a:p>
        </p:txBody>
      </p:sp>
      <p:sp>
        <p:nvSpPr>
          <p:cNvPr id="12" name="Text 10"/>
          <p:cNvSpPr/>
          <p:nvPr/>
        </p:nvSpPr>
        <p:spPr>
          <a:xfrm>
            <a:off x="5961888" y="1353312"/>
            <a:ext cx="2560320" cy="256032"/>
          </a:xfrm>
          <a:prstGeom prst="rect">
            <a:avLst/>
          </a:prstGeom>
          <a:noFill/>
          <a:ln/>
        </p:spPr>
        <p:txBody>
          <a:bodyPr wrap="square" rtlCol="0" anchor="ctr"/>
          <a:lstStyle/>
          <a:p>
            <a:pPr indent="0" marL="0">
              <a:buNone/>
            </a:pPr>
            <a:r>
              <a:rPr lang="en-US" sz="1100" b="1" dirty="0">
                <a:solidFill>
                  <a:srgbClr val="0A1628"/>
                </a:solidFill>
              </a:rPr>
              <a:t>{{S02_CH1_NAME}}</a:t>
            </a:r>
            <a:endParaRPr lang="en-US" sz="1100" dirty="0"/>
          </a:p>
        </p:txBody>
      </p:sp>
      <p:sp>
        <p:nvSpPr>
          <p:cNvPr id="13" name="Text 11"/>
          <p:cNvSpPr/>
          <p:nvPr/>
        </p:nvSpPr>
        <p:spPr>
          <a:xfrm>
            <a:off x="5961888" y="1682496"/>
            <a:ext cx="2560320" cy="256032"/>
          </a:xfrm>
          <a:prstGeom prst="rect">
            <a:avLst/>
          </a:prstGeom>
          <a:noFill/>
          <a:ln/>
        </p:spPr>
        <p:txBody>
          <a:bodyPr wrap="square" rtlCol="0" anchor="ctr"/>
          <a:lstStyle/>
          <a:p>
            <a:pPr indent="0" marL="0">
              <a:buNone/>
            </a:pPr>
            <a:r>
              <a:rPr lang="en-US" sz="900" dirty="0">
                <a:solidFill>
                  <a:srgbClr val="8899AA"/>
                </a:solidFill>
              </a:rPr>
              <a:t>{{S02_CH1_DESC}}</a:t>
            </a:r>
            <a:endParaRPr lang="en-US" sz="900" dirty="0"/>
          </a:p>
        </p:txBody>
      </p:sp>
      <p:sp>
        <p:nvSpPr>
          <p:cNvPr id="14" name="Shape 12"/>
          <p:cNvSpPr/>
          <p:nvPr/>
        </p:nvSpPr>
        <p:spPr>
          <a:xfrm>
            <a:off x="5120640" y="2167128"/>
            <a:ext cx="3520440" cy="749808"/>
          </a:xfrm>
          <a:prstGeom prst="rect">
            <a:avLst/>
          </a:prstGeom>
          <a:solidFill>
            <a:srgbClr val="FFFFFF"/>
          </a:solidFill>
          <a:ln w="12700">
            <a:solidFill>
              <a:srgbClr val="FFFFFF"/>
            </a:solidFill>
            <a:prstDash val="solid"/>
          </a:ln>
        </p:spPr>
      </p:sp>
      <p:sp>
        <p:nvSpPr>
          <p:cNvPr id="15" name="Shape 13"/>
          <p:cNvSpPr/>
          <p:nvPr/>
        </p:nvSpPr>
        <p:spPr>
          <a:xfrm>
            <a:off x="5120640" y="2167128"/>
            <a:ext cx="54864" cy="749808"/>
          </a:xfrm>
          <a:prstGeom prst="rect">
            <a:avLst/>
          </a:prstGeom>
          <a:solidFill>
            <a:srgbClr val="0E7C7B"/>
          </a:solidFill>
          <a:ln w="12700">
            <a:solidFill>
              <a:srgbClr val="0E7C7B"/>
            </a:solidFill>
            <a:prstDash val="solid"/>
          </a:ln>
        </p:spPr>
      </p:sp>
      <p:sp>
        <p:nvSpPr>
          <p:cNvPr id="16" name="Text 14"/>
          <p:cNvSpPr/>
          <p:nvPr/>
        </p:nvSpPr>
        <p:spPr>
          <a:xfrm>
            <a:off x="5230368" y="2221992"/>
            <a:ext cx="685800" cy="384048"/>
          </a:xfrm>
          <a:prstGeom prst="rect">
            <a:avLst/>
          </a:prstGeom>
          <a:noFill/>
          <a:ln/>
        </p:spPr>
        <p:txBody>
          <a:bodyPr wrap="square" rtlCol="0" anchor="ctr"/>
          <a:lstStyle/>
          <a:p>
            <a:pPr indent="0" marL="0">
              <a:buNone/>
            </a:pPr>
            <a:r>
              <a:rPr lang="en-US" sz="2200" b="1" dirty="0">
                <a:solidFill>
                  <a:srgbClr val="0E7C7B"/>
                </a:solidFill>
                <a:latin typeface="Georgia" pitchFamily="34" charset="0"/>
                <a:ea typeface="Georgia" pitchFamily="34" charset="-122"/>
                <a:cs typeface="Georgia" pitchFamily="34" charset="-120"/>
              </a:rPr>
              <a:t>{{S02_CH2_PCT}}</a:t>
            </a:r>
            <a:endParaRPr lang="en-US" sz="2200" dirty="0"/>
          </a:p>
        </p:txBody>
      </p:sp>
      <p:sp>
        <p:nvSpPr>
          <p:cNvPr id="17" name="Text 15"/>
          <p:cNvSpPr/>
          <p:nvPr/>
        </p:nvSpPr>
        <p:spPr>
          <a:xfrm>
            <a:off x="5961888" y="2221992"/>
            <a:ext cx="2560320" cy="256032"/>
          </a:xfrm>
          <a:prstGeom prst="rect">
            <a:avLst/>
          </a:prstGeom>
          <a:noFill/>
          <a:ln/>
        </p:spPr>
        <p:txBody>
          <a:bodyPr wrap="square" rtlCol="0" anchor="ctr"/>
          <a:lstStyle/>
          <a:p>
            <a:pPr indent="0" marL="0">
              <a:buNone/>
            </a:pPr>
            <a:r>
              <a:rPr lang="en-US" sz="1100" b="1" dirty="0">
                <a:solidFill>
                  <a:srgbClr val="0A1628"/>
                </a:solidFill>
              </a:rPr>
              <a:t>{{S02_CH2_NAME}}</a:t>
            </a:r>
            <a:endParaRPr lang="en-US" sz="1100" dirty="0"/>
          </a:p>
        </p:txBody>
      </p:sp>
      <p:sp>
        <p:nvSpPr>
          <p:cNvPr id="18" name="Text 16"/>
          <p:cNvSpPr/>
          <p:nvPr/>
        </p:nvSpPr>
        <p:spPr>
          <a:xfrm>
            <a:off x="5961888" y="2551176"/>
            <a:ext cx="2560320" cy="256032"/>
          </a:xfrm>
          <a:prstGeom prst="rect">
            <a:avLst/>
          </a:prstGeom>
          <a:noFill/>
          <a:ln/>
        </p:spPr>
        <p:txBody>
          <a:bodyPr wrap="square" rtlCol="0" anchor="ctr"/>
          <a:lstStyle/>
          <a:p>
            <a:pPr indent="0" marL="0">
              <a:buNone/>
            </a:pPr>
            <a:r>
              <a:rPr lang="en-US" sz="900" dirty="0">
                <a:solidFill>
                  <a:srgbClr val="8899AA"/>
                </a:solidFill>
              </a:rPr>
              <a:t>{{S02_CH2_DESC}}</a:t>
            </a:r>
            <a:endParaRPr lang="en-US" sz="900" dirty="0"/>
          </a:p>
        </p:txBody>
      </p:sp>
      <p:sp>
        <p:nvSpPr>
          <p:cNvPr id="19" name="Shape 17"/>
          <p:cNvSpPr/>
          <p:nvPr/>
        </p:nvSpPr>
        <p:spPr>
          <a:xfrm>
            <a:off x="5120640" y="3035808"/>
            <a:ext cx="3520440" cy="749808"/>
          </a:xfrm>
          <a:prstGeom prst="rect">
            <a:avLst/>
          </a:prstGeom>
          <a:solidFill>
            <a:srgbClr val="FFFFFF"/>
          </a:solidFill>
          <a:ln w="12700">
            <a:solidFill>
              <a:srgbClr val="FFFFFF"/>
            </a:solidFill>
            <a:prstDash val="solid"/>
          </a:ln>
        </p:spPr>
      </p:sp>
      <p:sp>
        <p:nvSpPr>
          <p:cNvPr id="20" name="Shape 18"/>
          <p:cNvSpPr/>
          <p:nvPr/>
        </p:nvSpPr>
        <p:spPr>
          <a:xfrm>
            <a:off x="5120640" y="3035808"/>
            <a:ext cx="54864" cy="749808"/>
          </a:xfrm>
          <a:prstGeom prst="rect">
            <a:avLst/>
          </a:prstGeom>
          <a:solidFill>
            <a:srgbClr val="C9A84C"/>
          </a:solidFill>
          <a:ln w="12700">
            <a:solidFill>
              <a:srgbClr val="C9A84C"/>
            </a:solidFill>
            <a:prstDash val="solid"/>
          </a:ln>
        </p:spPr>
      </p:sp>
      <p:sp>
        <p:nvSpPr>
          <p:cNvPr id="21" name="Text 19"/>
          <p:cNvSpPr/>
          <p:nvPr/>
        </p:nvSpPr>
        <p:spPr>
          <a:xfrm>
            <a:off x="5230368" y="3090672"/>
            <a:ext cx="685800" cy="384048"/>
          </a:xfrm>
          <a:prstGeom prst="rect">
            <a:avLst/>
          </a:prstGeom>
          <a:noFill/>
          <a:ln/>
        </p:spPr>
        <p:txBody>
          <a:bodyPr wrap="square" rtlCol="0" anchor="ctr"/>
          <a:lstStyle/>
          <a:p>
            <a:pPr indent="0" marL="0">
              <a:buNone/>
            </a:pPr>
            <a:r>
              <a:rPr lang="en-US" sz="2200" b="1" dirty="0">
                <a:solidFill>
                  <a:srgbClr val="C9A84C"/>
                </a:solidFill>
                <a:latin typeface="Georgia" pitchFamily="34" charset="0"/>
                <a:ea typeface="Georgia" pitchFamily="34" charset="-122"/>
                <a:cs typeface="Georgia" pitchFamily="34" charset="-120"/>
              </a:rPr>
              <a:t>{{S02_CH3_PCT}}</a:t>
            </a:r>
            <a:endParaRPr lang="en-US" sz="2200" dirty="0"/>
          </a:p>
        </p:txBody>
      </p:sp>
      <p:sp>
        <p:nvSpPr>
          <p:cNvPr id="22" name="Text 20"/>
          <p:cNvSpPr/>
          <p:nvPr/>
        </p:nvSpPr>
        <p:spPr>
          <a:xfrm>
            <a:off x="5961888" y="3090672"/>
            <a:ext cx="2560320" cy="256032"/>
          </a:xfrm>
          <a:prstGeom prst="rect">
            <a:avLst/>
          </a:prstGeom>
          <a:noFill/>
          <a:ln/>
        </p:spPr>
        <p:txBody>
          <a:bodyPr wrap="square" rtlCol="0" anchor="ctr"/>
          <a:lstStyle/>
          <a:p>
            <a:pPr indent="0" marL="0">
              <a:buNone/>
            </a:pPr>
            <a:r>
              <a:rPr lang="en-US" sz="1100" b="1" dirty="0">
                <a:solidFill>
                  <a:srgbClr val="0A1628"/>
                </a:solidFill>
              </a:rPr>
              <a:t>{{S02_CH3_NAME}}</a:t>
            </a:r>
            <a:endParaRPr lang="en-US" sz="1100" dirty="0"/>
          </a:p>
        </p:txBody>
      </p:sp>
      <p:sp>
        <p:nvSpPr>
          <p:cNvPr id="23" name="Text 21"/>
          <p:cNvSpPr/>
          <p:nvPr/>
        </p:nvSpPr>
        <p:spPr>
          <a:xfrm>
            <a:off x="5961888" y="3419856"/>
            <a:ext cx="2560320" cy="256032"/>
          </a:xfrm>
          <a:prstGeom prst="rect">
            <a:avLst/>
          </a:prstGeom>
          <a:noFill/>
          <a:ln/>
        </p:spPr>
        <p:txBody>
          <a:bodyPr wrap="square" rtlCol="0" anchor="ctr"/>
          <a:lstStyle/>
          <a:p>
            <a:pPr indent="0" marL="0">
              <a:buNone/>
            </a:pPr>
            <a:r>
              <a:rPr lang="en-US" sz="900" dirty="0">
                <a:solidFill>
                  <a:srgbClr val="8899AA"/>
                </a:solidFill>
              </a:rPr>
              <a:t>{{S02_CH3_DESC}}</a:t>
            </a:r>
            <a:endParaRPr lang="en-US" sz="900" dirty="0"/>
          </a:p>
        </p:txBody>
      </p:sp>
      <p:sp>
        <p:nvSpPr>
          <p:cNvPr id="24" name="Shape 22"/>
          <p:cNvSpPr/>
          <p:nvPr/>
        </p:nvSpPr>
        <p:spPr>
          <a:xfrm>
            <a:off x="5120640" y="3904488"/>
            <a:ext cx="3520440" cy="749808"/>
          </a:xfrm>
          <a:prstGeom prst="rect">
            <a:avLst/>
          </a:prstGeom>
          <a:solidFill>
            <a:srgbClr val="FFFFFF"/>
          </a:solidFill>
          <a:ln w="12700">
            <a:solidFill>
              <a:srgbClr val="FFFFFF"/>
            </a:solidFill>
            <a:prstDash val="solid"/>
          </a:ln>
        </p:spPr>
      </p:sp>
      <p:sp>
        <p:nvSpPr>
          <p:cNvPr id="25" name="Shape 23"/>
          <p:cNvSpPr/>
          <p:nvPr/>
        </p:nvSpPr>
        <p:spPr>
          <a:xfrm>
            <a:off x="5120640" y="3904488"/>
            <a:ext cx="54864" cy="749808"/>
          </a:xfrm>
          <a:prstGeom prst="rect">
            <a:avLst/>
          </a:prstGeom>
          <a:solidFill>
            <a:srgbClr val="1A3567"/>
          </a:solidFill>
          <a:ln w="12700">
            <a:solidFill>
              <a:srgbClr val="1A3567"/>
            </a:solidFill>
            <a:prstDash val="solid"/>
          </a:ln>
        </p:spPr>
      </p:sp>
      <p:sp>
        <p:nvSpPr>
          <p:cNvPr id="26" name="Text 24"/>
          <p:cNvSpPr/>
          <p:nvPr/>
        </p:nvSpPr>
        <p:spPr>
          <a:xfrm>
            <a:off x="5230368" y="3959352"/>
            <a:ext cx="685800" cy="384048"/>
          </a:xfrm>
          <a:prstGeom prst="rect">
            <a:avLst/>
          </a:prstGeom>
          <a:noFill/>
          <a:ln/>
        </p:spPr>
        <p:txBody>
          <a:bodyPr wrap="square" rtlCol="0" anchor="ctr"/>
          <a:lstStyle/>
          <a:p>
            <a:pPr indent="0" marL="0">
              <a:buNone/>
            </a:pPr>
            <a:r>
              <a:rPr lang="en-US" sz="2200" b="1" dirty="0">
                <a:solidFill>
                  <a:srgbClr val="1A3567"/>
                </a:solidFill>
                <a:latin typeface="Georgia" pitchFamily="34" charset="0"/>
                <a:ea typeface="Georgia" pitchFamily="34" charset="-122"/>
                <a:cs typeface="Georgia" pitchFamily="34" charset="-120"/>
              </a:rPr>
              <a:t>{{S02_CH4_PCT}}</a:t>
            </a:r>
            <a:endParaRPr lang="en-US" sz="2200" dirty="0"/>
          </a:p>
        </p:txBody>
      </p:sp>
      <p:sp>
        <p:nvSpPr>
          <p:cNvPr id="27" name="Text 25"/>
          <p:cNvSpPr/>
          <p:nvPr/>
        </p:nvSpPr>
        <p:spPr>
          <a:xfrm>
            <a:off x="5961888" y="3959352"/>
            <a:ext cx="2560320" cy="256032"/>
          </a:xfrm>
          <a:prstGeom prst="rect">
            <a:avLst/>
          </a:prstGeom>
          <a:noFill/>
          <a:ln/>
        </p:spPr>
        <p:txBody>
          <a:bodyPr wrap="square" rtlCol="0" anchor="ctr"/>
          <a:lstStyle/>
          <a:p>
            <a:pPr indent="0" marL="0">
              <a:buNone/>
            </a:pPr>
            <a:r>
              <a:rPr lang="en-US" sz="1100" b="1" dirty="0">
                <a:solidFill>
                  <a:srgbClr val="0A1628"/>
                </a:solidFill>
              </a:rPr>
              <a:t>{{S02_CH4_NAME}}</a:t>
            </a:r>
            <a:endParaRPr lang="en-US" sz="1100" dirty="0"/>
          </a:p>
        </p:txBody>
      </p:sp>
      <p:sp>
        <p:nvSpPr>
          <p:cNvPr id="28" name="Text 26"/>
          <p:cNvSpPr/>
          <p:nvPr/>
        </p:nvSpPr>
        <p:spPr>
          <a:xfrm>
            <a:off x="5961888" y="4288536"/>
            <a:ext cx="2560320" cy="256032"/>
          </a:xfrm>
          <a:prstGeom prst="rect">
            <a:avLst/>
          </a:prstGeom>
          <a:noFill/>
          <a:ln/>
        </p:spPr>
        <p:txBody>
          <a:bodyPr wrap="square" rtlCol="0" anchor="ctr"/>
          <a:lstStyle/>
          <a:p>
            <a:pPr indent="0" marL="0">
              <a:buNone/>
            </a:pPr>
            <a:r>
              <a:rPr lang="en-US" sz="900" dirty="0">
                <a:solidFill>
                  <a:srgbClr val="8899AA"/>
                </a:solidFill>
              </a:rPr>
              <a:t>{{S02_CH4_DESC}}</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{{SECTION_03_HEADER}}</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sp>
      <p:sp>
        <p:nvSpPr>
          <p:cNvPr id="5" name="Shape 3"/>
          <p:cNvSpPr/>
          <p:nvPr/>
        </p:nvSpPr>
        <p:spPr>
          <a:xfrm>
            <a:off x="228600" y="804672"/>
            <a:ext cx="1627632" cy="960120"/>
          </a:xfrm>
          <a:prstGeom prst="rect">
            <a:avLst/>
          </a:prstGeom>
          <a:solidFill>
            <a:srgbClr val="0A1628"/>
          </a:solidFill>
          <a:ln w="12700">
            <a:solidFill>
              <a:srgbClr val="C9A84C"/>
            </a:solidFill>
            <a:prstDash val="solid"/>
          </a:ln>
        </p:spPr>
      </p:sp>
      <p:sp>
        <p:nvSpPr>
          <p:cNvPr id="6" name="Text 4"/>
          <p:cNvSpPr/>
          <p:nvPr/>
        </p:nvSpPr>
        <p:spPr>
          <a:xfrm>
            <a:off x="228600" y="841248"/>
            <a:ext cx="1627632" cy="384048"/>
          </a:xfrm>
          <a:prstGeom prst="rect">
            <a:avLst/>
          </a:prstGeom>
          <a:noFill/>
          <a:ln/>
        </p:spPr>
        <p:txBody>
          <a:bodyPr wrap="square" rtlCol="0" anchor="ctr"/>
          <a:lstStyle/>
          <a:p>
            <a:pPr algn="ctr" indent="0" marL="0">
              <a:buNone/>
            </a:pPr>
            <a:r>
              <a:rPr lang="en-US" sz="1700" b="1" dirty="0">
                <a:solidFill>
                  <a:srgbClr val="E8C96B"/>
                </a:solidFill>
                <a:latin typeface="Georgia" pitchFamily="34" charset="0"/>
                <a:ea typeface="Georgia" pitchFamily="34" charset="-122"/>
                <a:cs typeface="Georgia" pitchFamily="34" charset="-120"/>
              </a:rPr>
              <a:t>{{S03_KPI1_VALUE}}</a:t>
            </a:r>
            <a:endParaRPr lang="en-US" sz="1700" dirty="0"/>
          </a:p>
        </p:txBody>
      </p:sp>
      <p:sp>
        <p:nvSpPr>
          <p:cNvPr id="7" name="Text 5"/>
          <p:cNvSpPr/>
          <p:nvPr/>
        </p:nvSpPr>
        <p:spPr>
          <a:xfrm>
            <a:off x="228600" y="1234440"/>
            <a:ext cx="1627632" cy="228600"/>
          </a:xfrm>
          <a:prstGeom prst="rect">
            <a:avLst/>
          </a:prstGeom>
          <a:noFill/>
          <a:ln/>
        </p:spPr>
        <p:txBody>
          <a:bodyPr wrap="square" rtlCol="0" anchor="ctr"/>
          <a:lstStyle/>
          <a:p>
            <a:pPr algn="ctr" indent="0" marL="0">
              <a:buNone/>
            </a:pPr>
            <a:r>
              <a:rPr lang="en-US" sz="900" dirty="0">
                <a:solidFill>
                  <a:srgbClr val="FFFFFF"/>
                </a:solidFill>
              </a:rPr>
              <a:t>{{S03_KPI1_LABEL}}</a:t>
            </a:r>
            <a:endParaRPr lang="en-US" sz="900" dirty="0"/>
          </a:p>
        </p:txBody>
      </p:sp>
      <p:sp>
        <p:nvSpPr>
          <p:cNvPr id="8" name="Text 6"/>
          <p:cNvSpPr/>
          <p:nvPr/>
        </p:nvSpPr>
        <p:spPr>
          <a:xfrm>
            <a:off x="228600" y="1463040"/>
            <a:ext cx="1627632" cy="219456"/>
          </a:xfrm>
          <a:prstGeom prst="rect">
            <a:avLst/>
          </a:prstGeom>
          <a:noFill/>
          <a:ln/>
        </p:spPr>
        <p:txBody>
          <a:bodyPr wrap="square" rtlCol="0" anchor="ctr"/>
          <a:lstStyle/>
          <a:p>
            <a:pPr algn="ctr" indent="0" marL="0">
              <a:buNone/>
            </a:pPr>
            <a:r>
              <a:rPr lang="en-US" sz="850" dirty="0">
                <a:solidFill>
                  <a:srgbClr val="14B8B7"/>
                </a:solidFill>
              </a:rPr>
              <a:t>{{S03_KPI1_GROWTH}}</a:t>
            </a:r>
            <a:endParaRPr lang="en-US" sz="850" dirty="0"/>
          </a:p>
        </p:txBody>
      </p:sp>
      <p:sp>
        <p:nvSpPr>
          <p:cNvPr id="9" name="Shape 7"/>
          <p:cNvSpPr/>
          <p:nvPr/>
        </p:nvSpPr>
        <p:spPr>
          <a:xfrm>
            <a:off x="1993392" y="804672"/>
            <a:ext cx="1627632" cy="960120"/>
          </a:xfrm>
          <a:prstGeom prst="rect">
            <a:avLst/>
          </a:prstGeom>
          <a:solidFill>
            <a:srgbClr val="0A1628"/>
          </a:solidFill>
          <a:ln w="12700">
            <a:solidFill>
              <a:srgbClr val="C9A84C"/>
            </a:solidFill>
            <a:prstDash val="solid"/>
          </a:ln>
        </p:spPr>
      </p:sp>
      <p:sp>
        <p:nvSpPr>
          <p:cNvPr id="10" name="Text 8"/>
          <p:cNvSpPr/>
          <p:nvPr/>
        </p:nvSpPr>
        <p:spPr>
          <a:xfrm>
            <a:off x="1993392" y="841248"/>
            <a:ext cx="1627632" cy="384048"/>
          </a:xfrm>
          <a:prstGeom prst="rect">
            <a:avLst/>
          </a:prstGeom>
          <a:noFill/>
          <a:ln/>
        </p:spPr>
        <p:txBody>
          <a:bodyPr wrap="square" rtlCol="0" anchor="ctr"/>
          <a:lstStyle/>
          <a:p>
            <a:pPr algn="ctr" indent="0" marL="0">
              <a:buNone/>
            </a:pPr>
            <a:r>
              <a:rPr lang="en-US" sz="1700" b="1" dirty="0">
                <a:solidFill>
                  <a:srgbClr val="E8C96B"/>
                </a:solidFill>
                <a:latin typeface="Georgia" pitchFamily="34" charset="0"/>
                <a:ea typeface="Georgia" pitchFamily="34" charset="-122"/>
                <a:cs typeface="Georgia" pitchFamily="34" charset="-120"/>
              </a:rPr>
              <a:t>{{S03_KPI2_VALUE}}</a:t>
            </a:r>
            <a:endParaRPr lang="en-US" sz="1700" dirty="0"/>
          </a:p>
        </p:txBody>
      </p:sp>
      <p:sp>
        <p:nvSpPr>
          <p:cNvPr id="11" name="Text 9"/>
          <p:cNvSpPr/>
          <p:nvPr/>
        </p:nvSpPr>
        <p:spPr>
          <a:xfrm>
            <a:off x="1993392" y="1234440"/>
            <a:ext cx="1627632" cy="228600"/>
          </a:xfrm>
          <a:prstGeom prst="rect">
            <a:avLst/>
          </a:prstGeom>
          <a:noFill/>
          <a:ln/>
        </p:spPr>
        <p:txBody>
          <a:bodyPr wrap="square" rtlCol="0" anchor="ctr"/>
          <a:lstStyle/>
          <a:p>
            <a:pPr algn="ctr" indent="0" marL="0">
              <a:buNone/>
            </a:pPr>
            <a:r>
              <a:rPr lang="en-US" sz="900" dirty="0">
                <a:solidFill>
                  <a:srgbClr val="FFFFFF"/>
                </a:solidFill>
              </a:rPr>
              <a:t>{{S03_KPI2_LABEL}}</a:t>
            </a:r>
            <a:endParaRPr lang="en-US" sz="900" dirty="0"/>
          </a:p>
        </p:txBody>
      </p:sp>
      <p:sp>
        <p:nvSpPr>
          <p:cNvPr id="12" name="Text 10"/>
          <p:cNvSpPr/>
          <p:nvPr/>
        </p:nvSpPr>
        <p:spPr>
          <a:xfrm>
            <a:off x="1993392" y="1463040"/>
            <a:ext cx="1627632" cy="219456"/>
          </a:xfrm>
          <a:prstGeom prst="rect">
            <a:avLst/>
          </a:prstGeom>
          <a:noFill/>
          <a:ln/>
        </p:spPr>
        <p:txBody>
          <a:bodyPr wrap="square" rtlCol="0" anchor="ctr"/>
          <a:lstStyle/>
          <a:p>
            <a:pPr algn="ctr" indent="0" marL="0">
              <a:buNone/>
            </a:pPr>
            <a:r>
              <a:rPr lang="en-US" sz="850" dirty="0">
                <a:solidFill>
                  <a:srgbClr val="14B8B7"/>
                </a:solidFill>
              </a:rPr>
              <a:t>{{S03_KPI2_GROWTH}}</a:t>
            </a:r>
            <a:endParaRPr lang="en-US" sz="850" dirty="0"/>
          </a:p>
        </p:txBody>
      </p:sp>
      <p:sp>
        <p:nvSpPr>
          <p:cNvPr id="13" name="Shape 11"/>
          <p:cNvSpPr/>
          <p:nvPr/>
        </p:nvSpPr>
        <p:spPr>
          <a:xfrm>
            <a:off x="3758184" y="804672"/>
            <a:ext cx="1627632" cy="960120"/>
          </a:xfrm>
          <a:prstGeom prst="rect">
            <a:avLst/>
          </a:prstGeom>
          <a:solidFill>
            <a:srgbClr val="0A1628"/>
          </a:solidFill>
          <a:ln w="12700">
            <a:solidFill>
              <a:srgbClr val="C9A84C"/>
            </a:solidFill>
            <a:prstDash val="solid"/>
          </a:ln>
        </p:spPr>
      </p:sp>
      <p:sp>
        <p:nvSpPr>
          <p:cNvPr id="14" name="Text 12"/>
          <p:cNvSpPr/>
          <p:nvPr/>
        </p:nvSpPr>
        <p:spPr>
          <a:xfrm>
            <a:off x="3758184" y="841248"/>
            <a:ext cx="1627632" cy="384048"/>
          </a:xfrm>
          <a:prstGeom prst="rect">
            <a:avLst/>
          </a:prstGeom>
          <a:noFill/>
          <a:ln/>
        </p:spPr>
        <p:txBody>
          <a:bodyPr wrap="square" rtlCol="0" anchor="ctr"/>
          <a:lstStyle/>
          <a:p>
            <a:pPr algn="ctr" indent="0" marL="0">
              <a:buNone/>
            </a:pPr>
            <a:r>
              <a:rPr lang="en-US" sz="1700" b="1" dirty="0">
                <a:solidFill>
                  <a:srgbClr val="E8C96B"/>
                </a:solidFill>
                <a:latin typeface="Georgia" pitchFamily="34" charset="0"/>
                <a:ea typeface="Georgia" pitchFamily="34" charset="-122"/>
                <a:cs typeface="Georgia" pitchFamily="34" charset="-120"/>
              </a:rPr>
              <a:t>{{S03_KPI3_VALUE}}</a:t>
            </a:r>
            <a:endParaRPr lang="en-US" sz="1700" dirty="0"/>
          </a:p>
        </p:txBody>
      </p:sp>
      <p:sp>
        <p:nvSpPr>
          <p:cNvPr id="15" name="Text 13"/>
          <p:cNvSpPr/>
          <p:nvPr/>
        </p:nvSpPr>
        <p:spPr>
          <a:xfrm>
            <a:off x="3758184" y="1234440"/>
            <a:ext cx="1627632" cy="228600"/>
          </a:xfrm>
          <a:prstGeom prst="rect">
            <a:avLst/>
          </a:prstGeom>
          <a:noFill/>
          <a:ln/>
        </p:spPr>
        <p:txBody>
          <a:bodyPr wrap="square" rtlCol="0" anchor="ctr"/>
          <a:lstStyle/>
          <a:p>
            <a:pPr algn="ctr" indent="0" marL="0">
              <a:buNone/>
            </a:pPr>
            <a:r>
              <a:rPr lang="en-US" sz="900" dirty="0">
                <a:solidFill>
                  <a:srgbClr val="FFFFFF"/>
                </a:solidFill>
              </a:rPr>
              <a:t>{{S03_KPI3_LABEL}}</a:t>
            </a:r>
            <a:endParaRPr lang="en-US" sz="900" dirty="0"/>
          </a:p>
        </p:txBody>
      </p:sp>
      <p:sp>
        <p:nvSpPr>
          <p:cNvPr id="16" name="Text 14"/>
          <p:cNvSpPr/>
          <p:nvPr/>
        </p:nvSpPr>
        <p:spPr>
          <a:xfrm>
            <a:off x="3758184" y="1463040"/>
            <a:ext cx="1627632" cy="219456"/>
          </a:xfrm>
          <a:prstGeom prst="rect">
            <a:avLst/>
          </a:prstGeom>
          <a:noFill/>
          <a:ln/>
        </p:spPr>
        <p:txBody>
          <a:bodyPr wrap="square" rtlCol="0" anchor="ctr"/>
          <a:lstStyle/>
          <a:p>
            <a:pPr algn="ctr" indent="0" marL="0">
              <a:buNone/>
            </a:pPr>
            <a:r>
              <a:rPr lang="en-US" sz="850" dirty="0">
                <a:solidFill>
                  <a:srgbClr val="14B8B7"/>
                </a:solidFill>
              </a:rPr>
              <a:t>{{S03_KPI3_GROWTH}}</a:t>
            </a:r>
            <a:endParaRPr lang="en-US" sz="850" dirty="0"/>
          </a:p>
        </p:txBody>
      </p:sp>
      <p:sp>
        <p:nvSpPr>
          <p:cNvPr id="17" name="Shape 15"/>
          <p:cNvSpPr/>
          <p:nvPr/>
        </p:nvSpPr>
        <p:spPr>
          <a:xfrm>
            <a:off x="5522976" y="804672"/>
            <a:ext cx="1627632" cy="960120"/>
          </a:xfrm>
          <a:prstGeom prst="rect">
            <a:avLst/>
          </a:prstGeom>
          <a:solidFill>
            <a:srgbClr val="0A1628"/>
          </a:solidFill>
          <a:ln w="12700">
            <a:solidFill>
              <a:srgbClr val="C9A84C"/>
            </a:solidFill>
            <a:prstDash val="solid"/>
          </a:ln>
        </p:spPr>
      </p:sp>
      <p:sp>
        <p:nvSpPr>
          <p:cNvPr id="18" name="Text 16"/>
          <p:cNvSpPr/>
          <p:nvPr/>
        </p:nvSpPr>
        <p:spPr>
          <a:xfrm>
            <a:off x="5522976" y="841248"/>
            <a:ext cx="1627632" cy="384048"/>
          </a:xfrm>
          <a:prstGeom prst="rect">
            <a:avLst/>
          </a:prstGeom>
          <a:noFill/>
          <a:ln/>
        </p:spPr>
        <p:txBody>
          <a:bodyPr wrap="square" rtlCol="0" anchor="ctr"/>
          <a:lstStyle/>
          <a:p>
            <a:pPr algn="ctr" indent="0" marL="0">
              <a:buNone/>
            </a:pPr>
            <a:r>
              <a:rPr lang="en-US" sz="1700" b="1" dirty="0">
                <a:solidFill>
                  <a:srgbClr val="E8C96B"/>
                </a:solidFill>
                <a:latin typeface="Georgia" pitchFamily="34" charset="0"/>
                <a:ea typeface="Georgia" pitchFamily="34" charset="-122"/>
                <a:cs typeface="Georgia" pitchFamily="34" charset="-120"/>
              </a:rPr>
              <a:t>{{S03_KPI4_VALUE}}</a:t>
            </a:r>
            <a:endParaRPr lang="en-US" sz="1700" dirty="0"/>
          </a:p>
        </p:txBody>
      </p:sp>
      <p:sp>
        <p:nvSpPr>
          <p:cNvPr id="19" name="Text 17"/>
          <p:cNvSpPr/>
          <p:nvPr/>
        </p:nvSpPr>
        <p:spPr>
          <a:xfrm>
            <a:off x="5522976" y="1234440"/>
            <a:ext cx="1627632" cy="228600"/>
          </a:xfrm>
          <a:prstGeom prst="rect">
            <a:avLst/>
          </a:prstGeom>
          <a:noFill/>
          <a:ln/>
        </p:spPr>
        <p:txBody>
          <a:bodyPr wrap="square" rtlCol="0" anchor="ctr"/>
          <a:lstStyle/>
          <a:p>
            <a:pPr algn="ctr" indent="0" marL="0">
              <a:buNone/>
            </a:pPr>
            <a:r>
              <a:rPr lang="en-US" sz="900" dirty="0">
                <a:solidFill>
                  <a:srgbClr val="FFFFFF"/>
                </a:solidFill>
              </a:rPr>
              <a:t>{{S03_KPI4_LABEL}}</a:t>
            </a:r>
            <a:endParaRPr lang="en-US" sz="900" dirty="0"/>
          </a:p>
        </p:txBody>
      </p:sp>
      <p:sp>
        <p:nvSpPr>
          <p:cNvPr id="20" name="Text 18"/>
          <p:cNvSpPr/>
          <p:nvPr/>
        </p:nvSpPr>
        <p:spPr>
          <a:xfrm>
            <a:off x="5522976" y="1463040"/>
            <a:ext cx="1627632" cy="219456"/>
          </a:xfrm>
          <a:prstGeom prst="rect">
            <a:avLst/>
          </a:prstGeom>
          <a:noFill/>
          <a:ln/>
        </p:spPr>
        <p:txBody>
          <a:bodyPr wrap="square" rtlCol="0" anchor="ctr"/>
          <a:lstStyle/>
          <a:p>
            <a:pPr algn="ctr" indent="0" marL="0">
              <a:buNone/>
            </a:pPr>
            <a:r>
              <a:rPr lang="en-US" sz="850" dirty="0">
                <a:solidFill>
                  <a:srgbClr val="14B8B7"/>
                </a:solidFill>
              </a:rPr>
              <a:t>{{S03_KPI4_GROWTH}}</a:t>
            </a:r>
            <a:endParaRPr lang="en-US" sz="850" dirty="0"/>
          </a:p>
        </p:txBody>
      </p:sp>
      <p:sp>
        <p:nvSpPr>
          <p:cNvPr id="21" name="Shape 19"/>
          <p:cNvSpPr/>
          <p:nvPr/>
        </p:nvSpPr>
        <p:spPr>
          <a:xfrm>
            <a:off x="7287768" y="804672"/>
            <a:ext cx="1627632" cy="960120"/>
          </a:xfrm>
          <a:prstGeom prst="rect">
            <a:avLst/>
          </a:prstGeom>
          <a:solidFill>
            <a:srgbClr val="0A1628"/>
          </a:solidFill>
          <a:ln w="12700">
            <a:solidFill>
              <a:srgbClr val="C9A84C"/>
            </a:solidFill>
            <a:prstDash val="solid"/>
          </a:ln>
        </p:spPr>
      </p:sp>
      <p:sp>
        <p:nvSpPr>
          <p:cNvPr id="22" name="Text 20"/>
          <p:cNvSpPr/>
          <p:nvPr/>
        </p:nvSpPr>
        <p:spPr>
          <a:xfrm>
            <a:off x="7287768" y="841248"/>
            <a:ext cx="1627632" cy="384048"/>
          </a:xfrm>
          <a:prstGeom prst="rect">
            <a:avLst/>
          </a:prstGeom>
          <a:noFill/>
          <a:ln/>
        </p:spPr>
        <p:txBody>
          <a:bodyPr wrap="square" rtlCol="0" anchor="ctr"/>
          <a:lstStyle/>
          <a:p>
            <a:pPr algn="ctr" indent="0" marL="0">
              <a:buNone/>
            </a:pPr>
            <a:r>
              <a:rPr lang="en-US" sz="1700" b="1" dirty="0">
                <a:solidFill>
                  <a:srgbClr val="E8C96B"/>
                </a:solidFill>
                <a:latin typeface="Georgia" pitchFamily="34" charset="0"/>
                <a:ea typeface="Georgia" pitchFamily="34" charset="-122"/>
                <a:cs typeface="Georgia" pitchFamily="34" charset="-120"/>
              </a:rPr>
              <a:t>{{S03_KPI5_VALUE}}</a:t>
            </a:r>
            <a:endParaRPr lang="en-US" sz="1700" dirty="0"/>
          </a:p>
        </p:txBody>
      </p:sp>
      <p:sp>
        <p:nvSpPr>
          <p:cNvPr id="23" name="Text 21"/>
          <p:cNvSpPr/>
          <p:nvPr/>
        </p:nvSpPr>
        <p:spPr>
          <a:xfrm>
            <a:off x="7287768" y="1234440"/>
            <a:ext cx="1627632" cy="228600"/>
          </a:xfrm>
          <a:prstGeom prst="rect">
            <a:avLst/>
          </a:prstGeom>
          <a:noFill/>
          <a:ln/>
        </p:spPr>
        <p:txBody>
          <a:bodyPr wrap="square" rtlCol="0" anchor="ctr"/>
          <a:lstStyle/>
          <a:p>
            <a:pPr algn="ctr" indent="0" marL="0">
              <a:buNone/>
            </a:pPr>
            <a:r>
              <a:rPr lang="en-US" sz="900" dirty="0">
                <a:solidFill>
                  <a:srgbClr val="FFFFFF"/>
                </a:solidFill>
              </a:rPr>
              <a:t>{{S03_KPI5_LABEL}}</a:t>
            </a:r>
            <a:endParaRPr lang="en-US" sz="900" dirty="0"/>
          </a:p>
        </p:txBody>
      </p:sp>
      <p:sp>
        <p:nvSpPr>
          <p:cNvPr id="24" name="Text 22"/>
          <p:cNvSpPr/>
          <p:nvPr/>
        </p:nvSpPr>
        <p:spPr>
          <a:xfrm>
            <a:off x="7287768" y="1463040"/>
            <a:ext cx="1627632" cy="219456"/>
          </a:xfrm>
          <a:prstGeom prst="rect">
            <a:avLst/>
          </a:prstGeom>
          <a:noFill/>
          <a:ln/>
        </p:spPr>
        <p:txBody>
          <a:bodyPr wrap="square" rtlCol="0" anchor="ctr"/>
          <a:lstStyle/>
          <a:p>
            <a:pPr algn="ctr" indent="0" marL="0">
              <a:buNone/>
            </a:pPr>
            <a:r>
              <a:rPr lang="en-US" sz="850" dirty="0">
                <a:solidFill>
                  <a:srgbClr val="14B8B7"/>
                </a:solidFill>
              </a:rPr>
              <a:t>{{S03_KPI5_SUBVALUE}}</a:t>
            </a:r>
            <a:endParaRPr lang="en-US" sz="850" dirty="0"/>
          </a:p>
        </p:txBody>
      </p:sp>
      <p:sp>
        <p:nvSpPr>
          <p:cNvPr id="25" name="Shape 23"/>
          <p:cNvSpPr/>
          <p:nvPr/>
        </p:nvSpPr>
        <p:spPr>
          <a:xfrm>
            <a:off x="228600" y="1920240"/>
            <a:ext cx="4160520" cy="2834640"/>
          </a:xfrm>
          <a:prstGeom prst="rect">
            <a:avLst/>
          </a:prstGeom>
          <a:solidFill>
            <a:srgbClr val="FFFFFF"/>
          </a:solidFill>
          <a:ln w="12700">
            <a:solidFill>
              <a:srgbClr val="FFFFFF"/>
            </a:solidFill>
            <a:prstDash val="solid"/>
          </a:ln>
        </p:spPr>
      </p:sp>
      <p:sp>
        <p:nvSpPr>
          <p:cNvPr id="26" name="Text 24"/>
          <p:cNvSpPr/>
          <p:nvPr/>
        </p:nvSpPr>
        <p:spPr>
          <a:xfrm>
            <a:off x="365760" y="1993392"/>
            <a:ext cx="3840480" cy="292608"/>
          </a:xfrm>
          <a:prstGeom prst="rect">
            <a:avLst/>
          </a:prstGeom>
          <a:noFill/>
          <a:ln/>
        </p:spPr>
        <p:txBody>
          <a:bodyPr wrap="square" rtlCol="0" anchor="ctr"/>
          <a:lstStyle/>
          <a:p>
            <a:pPr indent="0" marL="0">
              <a:buNone/>
            </a:pPr>
            <a:r>
              <a:rPr lang="en-US" sz="1100" b="1" dirty="0">
                <a:solidFill>
                  <a:srgbClr val="0A1628"/>
                </a:solidFill>
              </a:rPr>
              <a:t>{{S03_CHART_TITLE}}</a:t>
            </a:r>
            <a:endParaRPr lang="en-US" sz="1100" dirty="0"/>
          </a:p>
        </p:txBody>
      </p:sp>
      <p:graphicFrame>
        <p:nvGraphicFramePr>
          <p:cNvPr id="27" name="Chart 0" descr=""/>
          <p:cNvGraphicFramePr/>
          <p:nvPr/>
        </p:nvGraphicFramePr>
        <p:xfrm>
          <a:off x="228600" y="2304288"/>
          <a:ext cx="4160520" cy="2331720"/>
        </p:xfrm>
        <a:graphic xmlns:a="http://schemas.openxmlformats.org/drawingml/2006/main">
          <a:graphicData uri="http://schemas.openxmlformats.org/drawingml/2006/chart">
            <c:chart xmlns:c="http://schemas.openxmlformats.org/drawingml/2006/chart" r:id="rId1"/>
          </a:graphicData>
        </a:graphic>
      </p:graphicFrame>
      <p:sp>
        <p:nvSpPr>
          <p:cNvPr id="28" name="Shape 25"/>
          <p:cNvSpPr/>
          <p:nvPr/>
        </p:nvSpPr>
        <p:spPr>
          <a:xfrm>
            <a:off x="4663440" y="1920240"/>
            <a:ext cx="4251960" cy="2834640"/>
          </a:xfrm>
          <a:prstGeom prst="rect">
            <a:avLst/>
          </a:prstGeom>
          <a:solidFill>
            <a:srgbClr val="FFFFFF"/>
          </a:solidFill>
          <a:ln w="12700">
            <a:solidFill>
              <a:srgbClr val="FFFFFF"/>
            </a:solidFill>
            <a:prstDash val="solid"/>
          </a:ln>
        </p:spPr>
      </p:sp>
      <p:sp>
        <p:nvSpPr>
          <p:cNvPr id="29" name="Text 26"/>
          <p:cNvSpPr/>
          <p:nvPr/>
        </p:nvSpPr>
        <p:spPr>
          <a:xfrm>
            <a:off x="4800600" y="1993392"/>
            <a:ext cx="3931920" cy="292608"/>
          </a:xfrm>
          <a:prstGeom prst="rect">
            <a:avLst/>
          </a:prstGeom>
          <a:noFill/>
          <a:ln/>
        </p:spPr>
        <p:txBody>
          <a:bodyPr wrap="square" rtlCol="0" anchor="ctr"/>
          <a:lstStyle/>
          <a:p>
            <a:pPr indent="0" marL="0">
              <a:buNone/>
            </a:pPr>
            <a:r>
              <a:rPr lang="en-US" sz="1100" b="1" dirty="0">
                <a:solidFill>
                  <a:srgbClr val="0A1628"/>
                </a:solidFill>
              </a:rPr>
              <a:t>{{S03_TABLE_TITLE}}</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709160" y="2331720"/>
          <a:ext cx="4160520" cy="2359152"/>
        </p:xfrm>
        <a:graphic>
          <a:graphicData uri="http://schemas.openxmlformats.org/drawingml/2006/table">
            <a:tbl>
              <a:tblPr/>
              <a:tblGrid>
                <a:gridCol w="2148840"/>
                <a:gridCol w="1005840"/>
                <a:gridCol w="1005840"/>
              </a:tblGrid>
              <a:tr h="262128">
                <a:tc>
                  <a:txBody>
                    <a:bodyPr/>
                    <a:lstStyle/>
                    <a:p>
                      <a:pPr algn="ctr" indent="0" marL="0">
                        <a:buNone/>
                      </a:pPr>
                      <a:r>
                        <a:rPr lang="en-US" sz="1000" b="1" dirty="0">
                          <a:solidFill>
                            <a:srgbClr val="FFFFFF"/>
                          </a:solidFill>
                        </a:rPr>
                        <a:t>Metric</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000" b="1" dirty="0">
                          <a:solidFill>
                            <a:srgbClr val="FFFFFF"/>
                          </a:solidFill>
                        </a:rPr>
                        <a:t>{{S03_PRIOR_YEAR}}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1000" b="1" dirty="0">
                          <a:solidFill>
                            <a:srgbClr val="FFFFFF"/>
                          </a:solidFill>
                        </a:rPr>
                        <a:t>{{S03_CURRENT_YEAR}}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262128">
                <a:tc>
                  <a:txBody>
                    <a:bodyPr/>
                    <a:lstStyle/>
                    <a:p>
                      <a:pPr algn="l" indent="0" marL="0">
                        <a:buNone/>
                      </a:pPr>
                      <a:r>
                        <a:rPr lang="en-US" sz="1000" dirty="0">
                          <a:solidFill>
                            <a:srgbClr val="0A1628"/>
                          </a:solidFill>
                        </a:rPr>
                        <a:t>CRAR (%)</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1628"/>
                          </a:solidFill>
                        </a:rPr>
                        <a:t>{{S03_CRAR_PRIOR}}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E7C7B"/>
                          </a:solidFill>
                        </a:rPr>
                        <a:t>{{S03_CRAR_CURRENT}}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2128">
                <a:tc>
                  <a:txBody>
                    <a:bodyPr/>
                    <a:lstStyle/>
                    <a:p>
                      <a:pPr algn="l" indent="0" marL="0">
                        <a:buNone/>
                      </a:pPr>
                      <a:r>
                        <a:rPr lang="en-US" sz="1000" dirty="0">
                          <a:solidFill>
                            <a:srgbClr val="0A1628"/>
                          </a:solidFill>
                        </a:rPr>
                        <a:t>ROA (%)</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A1628"/>
                          </a:solidFill>
                        </a:rPr>
                        <a:t>{{S03_ROA_PRIOR}}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E7C7B"/>
                          </a:solidFill>
                        </a:rPr>
                        <a:t>{{S03_ROA_CURRENT}}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r>
              <a:tr h="262128">
                <a:tc>
                  <a:txBody>
                    <a:bodyPr/>
                    <a:lstStyle/>
                    <a:p>
                      <a:pPr algn="l" indent="0" marL="0">
                        <a:buNone/>
                      </a:pPr>
                      <a:r>
                        <a:rPr lang="en-US" sz="1000" dirty="0">
                          <a:solidFill>
                            <a:srgbClr val="0A1628"/>
                          </a:solidFill>
                        </a:rPr>
                        <a:t>ROE (%)¹</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1628"/>
                          </a:solidFill>
                        </a:rPr>
                        <a:t>{{S03_ROE_PRIOR}}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E7C7B"/>
                          </a:solidFill>
                        </a:rPr>
                        <a:t>{{S03_ROE_CURRENT}}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2128">
                <a:tc>
                  <a:txBody>
                    <a:bodyPr/>
                    <a:lstStyle/>
                    <a:p>
                      <a:pPr algn="l" indent="0" marL="0">
                        <a:buNone/>
                      </a:pPr>
                      <a:r>
                        <a:rPr lang="en-US" sz="1000" dirty="0">
                          <a:solidFill>
                            <a:srgbClr val="0A1628"/>
                          </a:solidFill>
                        </a:rPr>
                        <a:t>GNPA (% AUM)</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A1628"/>
                          </a:solidFill>
                        </a:rPr>
                        <a:t>{{S03_GNPA_PRIOR}}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A1628"/>
                          </a:solidFill>
                        </a:rPr>
                        <a:t>{{S03_GNPA_VALUE}}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r>
              <a:tr h="262128">
                <a:tc>
                  <a:txBody>
                    <a:bodyPr/>
                    <a:lstStyle/>
                    <a:p>
                      <a:pPr algn="l" indent="0" marL="0">
                        <a:buNone/>
                      </a:pPr>
                      <a:r>
                        <a:rPr lang="en-US" sz="1000" dirty="0">
                          <a:solidFill>
                            <a:srgbClr val="0A1628"/>
                          </a:solidFill>
                        </a:rPr>
                        <a:t>NNPA (% AUM)</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1628"/>
                          </a:solidFill>
                        </a:rPr>
                        <a:t>{{S03_NNPA_PRIOR}}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1628"/>
                          </a:solidFill>
                        </a:rPr>
                        <a:t>{{S03_NNPA_VALUE}}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2128">
                <a:tc>
                  <a:txBody>
                    <a:bodyPr/>
                    <a:lstStyle/>
                    <a:p>
                      <a:pPr algn="l" indent="0" marL="0">
                        <a:buNone/>
                      </a:pPr>
                      <a:r>
                        <a:rPr lang="en-US" sz="1000" dirty="0">
                          <a:solidFill>
                            <a:srgbClr val="0A1628"/>
                          </a:solidFill>
                        </a:rPr>
                        <a:t>Cost-to-Income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A1628"/>
                          </a:solidFill>
                        </a:rPr>
                        <a:t>{{S03_CTI_PRIOR}}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A1628"/>
                          </a:solidFill>
                        </a:rPr>
                        <a:t>{{S03_CTI_VALUE}}</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r>
              <a:tr h="262128">
                <a:tc>
                  <a:txBody>
                    <a:bodyPr/>
                    <a:lstStyle/>
                    <a:p>
                      <a:pPr algn="l" indent="0" marL="0">
                        <a:buNone/>
                      </a:pPr>
                      <a:r>
                        <a:rPr lang="en-US" sz="1000" dirty="0">
                          <a:solidFill>
                            <a:srgbClr val="0A1628"/>
                          </a:solidFill>
                        </a:rPr>
                        <a:t>Off-Book AUM</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A1628"/>
                          </a:solidFill>
                        </a:rPr>
                        <a:t>{{S03_OFFBOOK_PRIOR}}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0E7C7B"/>
                          </a:solidFill>
                        </a:rPr>
                        <a:t>{{S03_OFFBOOK_CURRENT}}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262128">
                <a:tc>
                  <a:txBody>
                    <a:bodyPr/>
                    <a:lstStyle/>
                    <a:p>
                      <a:pPr algn="l" indent="0" marL="0">
                        <a:buNone/>
                      </a:pPr>
                      <a:r>
                        <a:rPr lang="en-US" sz="1000" dirty="0">
                          <a:solidFill>
                            <a:srgbClr val="0A1628"/>
                          </a:solidFill>
                        </a:rPr>
                        <a:t>Net Total Income / AUM</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A1628"/>
                          </a:solidFill>
                        </a:rPr>
                        <a:t>{{S03_NII_AUM_PRIOR}}</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1000" dirty="0">
                          <a:solidFill>
                            <a:srgbClr val="0E7C7B"/>
                          </a:solidFill>
                        </a:rPr>
                        <a:t>{{S03_NII_AUM_CURRENT}}</a:t>
                      </a:r>
                      <a:endParaRPr lang="en-US" sz="100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r>
            </a:tbl>
          </a:graphicData>
        </a:graphic>
      </p:graphicFrame>
      <p:sp>
        <p:nvSpPr>
          <p:cNvPr id="31" name="Text 27"/>
          <p:cNvSpPr/>
          <p:nvPr/>
        </p:nvSpPr>
        <p:spPr>
          <a:xfrm>
            <a:off x="4709160" y="4727448"/>
            <a:ext cx="4160520" cy="182880"/>
          </a:xfrm>
          <a:prstGeom prst="rect">
            <a:avLst/>
          </a:prstGeom>
          <a:noFill/>
          <a:ln/>
        </p:spPr>
        <p:txBody>
          <a:bodyPr wrap="square" rtlCol="0" anchor="ctr"/>
          <a:lstStyle/>
          <a:p>
            <a:pPr indent="0" marL="0">
              <a:buNone/>
            </a:pPr>
            <a:r>
              <a:rPr lang="en-US" sz="750" dirty="0">
                <a:solidFill>
                  <a:srgbClr val="8899AA"/>
                </a:solidFill>
              </a:rPr>
              <a:t>{{S03_FOOTNOTE}}</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{{SECTION_04_HEADER}}</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sp>
      <p:sp>
        <p:nvSpPr>
          <p:cNvPr id="5" name="Shape 3"/>
          <p:cNvSpPr/>
          <p:nvPr/>
        </p:nvSpPr>
        <p:spPr>
          <a:xfrm>
            <a:off x="274320" y="822960"/>
            <a:ext cx="4206240" cy="4041648"/>
          </a:xfrm>
          <a:prstGeom prst="rect">
            <a:avLst/>
          </a:prstGeom>
          <a:solidFill>
            <a:srgbClr val="0A1628"/>
          </a:solidFill>
          <a:ln w="12700">
            <a:solidFill>
              <a:srgbClr val="0A1628"/>
            </a:solidFill>
            <a:prstDash val="solid"/>
          </a:ln>
        </p:spPr>
      </p:sp>
      <p:pic>
        <p:nvPicPr>
          <p:cNvPr id="6" name="Image 0" descr="preencoded.png"/>
          <p:cNvPicPr>
            <a:picLocks noChangeAspect="1"/>
          </p:cNvPicPr>
          <p:nvPr/>
        </p:nvPicPr>
        <p:blipFill>
          <a:blip r:embed="rId1"/>
          <a:stretch>
            <a:fillRect/>
          </a:stretch>
        </p:blipFill>
        <p:spPr>
          <a:xfrm>
            <a:off x="457200" y="914400"/>
            <a:ext cx="457200" cy="457200"/>
          </a:xfrm>
          <a:prstGeom prst="rect">
            <a:avLst/>
          </a:prstGeom>
        </p:spPr>
      </p:pic>
      <p:sp>
        <p:nvSpPr>
          <p:cNvPr id="7" name="Text 4"/>
          <p:cNvSpPr/>
          <p:nvPr/>
        </p:nvSpPr>
        <p:spPr>
          <a:xfrm>
            <a:off x="1005840" y="932688"/>
            <a:ext cx="3291840" cy="384048"/>
          </a:xfrm>
          <a:prstGeom prst="rect">
            <a:avLst/>
          </a:prstGeom>
          <a:noFill/>
          <a:ln/>
        </p:spPr>
        <p:txBody>
          <a:bodyPr wrap="square" rtlCol="0" anchor="ctr"/>
          <a:lstStyle/>
          <a:p>
            <a:pPr indent="0" marL="0">
              <a:buNone/>
            </a:pPr>
            <a:r>
              <a:rPr lang="en-US" sz="1300" b="1" dirty="0">
                <a:solidFill>
                  <a:srgbClr val="E8C96B"/>
                </a:solidFill>
              </a:rPr>
              <a:t>{{S04_LEFT_TITLE}}</a:t>
            </a:r>
            <a:endParaRPr lang="en-US" sz="1300" dirty="0"/>
          </a:p>
        </p:txBody>
      </p:sp>
      <p:sp>
        <p:nvSpPr>
          <p:cNvPr id="8" name="Shape 5"/>
          <p:cNvSpPr/>
          <p:nvPr/>
        </p:nvSpPr>
        <p:spPr>
          <a:xfrm>
            <a:off x="457200" y="1389888"/>
            <a:ext cx="3840480" cy="36576"/>
          </a:xfrm>
          <a:prstGeom prst="rect">
            <a:avLst/>
          </a:prstGeom>
          <a:solidFill>
            <a:srgbClr val="C9A84C">
              <a:alpha val="40000"/>
            </a:srgbClr>
          </a:solidFill>
          <a:ln w="12700">
            <a:solidFill>
              <a:srgbClr val="C9A84C">
                <a:alpha val="40000"/>
              </a:srgbClr>
            </a:solidFill>
            <a:prstDash val="solid"/>
          </a:ln>
        </p:spPr>
      </p:sp>
      <p:sp>
        <p:nvSpPr>
          <p:cNvPr id="9" name="Text 6"/>
          <p:cNvSpPr/>
          <p:nvPr/>
        </p:nvSpPr>
        <p:spPr>
          <a:xfrm>
            <a:off x="457200" y="1508760"/>
            <a:ext cx="3840480" cy="3108960"/>
          </a:xfrm>
          <a:prstGeom prst="rect">
            <a:avLst/>
          </a:prstGeom>
          <a:noFill/>
          <a:ln/>
        </p:spPr>
        <p:txBody>
          <a:bodyPr wrap="square" rtlCol="0" anchor="ctr"/>
          <a:lstStyle/>
          <a:p>
            <a:pPr marL="342900" indent="-342900">
              <a:spcAft>
                <a:spcPts val="500"/>
              </a:spcAft>
              <a:buSzPct val="100000"/>
              <a:buChar char="•"/>
            </a:pPr>
            <a:r>
              <a:rPr lang="en-US" sz="1000" dirty="0">
                <a:solidFill>
                  <a:srgbClr val="D0DCF0"/>
                </a:solidFill>
              </a:rPr>
              <a:t>{{S04_BULLET1}}</a:t>
            </a:r>
            <a:endParaRPr lang="en-US" sz="1000" dirty="0"/>
          </a:p>
          <a:p>
            <a:pPr marL="342900" indent="-342900">
              <a:spcAft>
                <a:spcPts val="500"/>
              </a:spcAft>
              <a:buSzPct val="100000"/>
              <a:buChar char="•"/>
            </a:pPr>
            <a:r>
              <a:rPr lang="en-US" sz="1000" dirty="0">
                <a:solidFill>
                  <a:srgbClr val="D0DCF0"/>
                </a:solidFill>
              </a:rPr>
              <a:t>{{S04_BULLET2}}</a:t>
            </a:r>
            <a:endParaRPr lang="en-US" sz="1000" dirty="0"/>
          </a:p>
          <a:p>
            <a:pPr marL="342900" indent="-342900">
              <a:spcAft>
                <a:spcPts val="500"/>
              </a:spcAft>
              <a:buSzPct val="100000"/>
              <a:buChar char="•"/>
            </a:pPr>
            <a:r>
              <a:rPr lang="en-US" sz="1000" dirty="0">
                <a:solidFill>
                  <a:srgbClr val="D0DCF0"/>
                </a:solidFill>
              </a:rPr>
              <a:t>{{S04_BULLET3}}</a:t>
            </a:r>
            <a:endParaRPr lang="en-US" sz="1000" dirty="0"/>
          </a:p>
          <a:p>
            <a:pPr marL="342900" indent="-342900">
              <a:spcAft>
                <a:spcPts val="500"/>
              </a:spcAft>
              <a:buSzPct val="100000"/>
              <a:buChar char="•"/>
            </a:pPr>
            <a:r>
              <a:rPr lang="en-US" sz="1000" dirty="0">
                <a:solidFill>
                  <a:srgbClr val="D0DCF0"/>
                </a:solidFill>
              </a:rPr>
              <a:t>{{S04_BULLET4}}</a:t>
            </a:r>
            <a:endParaRPr lang="en-US" sz="1000" dirty="0"/>
          </a:p>
          <a:p>
            <a:pPr marL="342900" indent="-342900">
              <a:spcAft>
                <a:spcPts val="500"/>
              </a:spcAft>
              <a:buSzPct val="100000"/>
              <a:buChar char="•"/>
            </a:pPr>
            <a:r>
              <a:rPr lang="en-US" sz="1000" dirty="0">
                <a:solidFill>
                  <a:srgbClr val="D0DCF0"/>
                </a:solidFill>
              </a:rPr>
              <a:t>{{S04_BULLET5}}</a:t>
            </a:r>
            <a:endParaRPr lang="en-US" sz="1000" dirty="0"/>
          </a:p>
          <a:p>
            <a:pPr marL="342900" indent="-342900">
              <a:spcAft>
                <a:spcPts val="500"/>
              </a:spcAft>
              <a:buSzPct val="100000"/>
              <a:buChar char="•"/>
            </a:pPr>
            <a:r>
              <a:rPr lang="en-US" sz="1000" dirty="0">
                <a:solidFill>
                  <a:srgbClr val="D0DCF0"/>
                </a:solidFill>
              </a:rPr>
              <a:t>{{S04_BULLET6}}</a:t>
            </a:r>
            <a:endParaRPr lang="en-US" sz="1000" dirty="0"/>
          </a:p>
          <a:p>
            <a:pPr marL="342900" indent="-342900">
              <a:spcAft>
                <a:spcPts val="500"/>
              </a:spcAft>
              <a:buSzPct val="100000"/>
              <a:buChar char="•"/>
            </a:pPr>
            <a:r>
              <a:rPr lang="en-US" sz="1000" dirty="0">
                <a:solidFill>
                  <a:srgbClr val="D0DCF0"/>
                </a:solidFill>
              </a:rPr>
              <a:t>{{S04_BULLET7}}</a:t>
            </a:r>
            <a:endParaRPr lang="en-US" sz="1000" dirty="0"/>
          </a:p>
        </p:txBody>
      </p:sp>
      <p:sp>
        <p:nvSpPr>
          <p:cNvPr id="10" name="Text 7"/>
          <p:cNvSpPr/>
          <p:nvPr/>
        </p:nvSpPr>
        <p:spPr>
          <a:xfrm>
            <a:off x="4754880" y="822960"/>
            <a:ext cx="4114800" cy="329184"/>
          </a:xfrm>
          <a:prstGeom prst="rect">
            <a:avLst/>
          </a:prstGeom>
          <a:noFill/>
          <a:ln/>
        </p:spPr>
        <p:txBody>
          <a:bodyPr wrap="square" rtlCol="0" anchor="ctr"/>
          <a:lstStyle/>
          <a:p>
            <a:pPr indent="0" marL="0">
              <a:buNone/>
            </a:pPr>
            <a:r>
              <a:rPr lang="en-US" sz="1300" b="1" dirty="0">
                <a:solidFill>
                  <a:srgbClr val="0A1628"/>
                </a:solidFill>
              </a:rPr>
              <a:t>{{S04_RIGHT_TITLE}}</a:t>
            </a:r>
            <a:endParaRPr lang="en-US" sz="1300" dirty="0"/>
          </a:p>
        </p:txBody>
      </p:sp>
      <p:sp>
        <p:nvSpPr>
          <p:cNvPr id="11" name="Shape 8"/>
          <p:cNvSpPr/>
          <p:nvPr/>
        </p:nvSpPr>
        <p:spPr>
          <a:xfrm>
            <a:off x="4754880" y="1261872"/>
            <a:ext cx="4114800" cy="749808"/>
          </a:xfrm>
          <a:prstGeom prst="rect">
            <a:avLst/>
          </a:prstGeom>
          <a:solidFill>
            <a:srgbClr val="F0F4F8"/>
          </a:solidFill>
          <a:ln w="12700">
            <a:solidFill>
              <a:srgbClr val="F0F4F8"/>
            </a:solidFill>
            <a:prstDash val="solid"/>
          </a:ln>
        </p:spPr>
      </p:sp>
      <p:pic>
        <p:nvPicPr>
          <p:cNvPr id="12" name="Image 1" descr="preencoded.png"/>
          <p:cNvPicPr>
            <a:picLocks noChangeAspect="1"/>
          </p:cNvPicPr>
          <p:nvPr/>
        </p:nvPicPr>
        <p:blipFill>
          <a:blip r:embed="rId2"/>
          <a:stretch>
            <a:fillRect/>
          </a:stretch>
        </p:blipFill>
        <p:spPr>
          <a:xfrm>
            <a:off x="4864608" y="1426464"/>
            <a:ext cx="347472" cy="347472"/>
          </a:xfrm>
          <a:prstGeom prst="rect">
            <a:avLst/>
          </a:prstGeom>
        </p:spPr>
      </p:pic>
      <p:sp>
        <p:nvSpPr>
          <p:cNvPr id="13" name="Text 9"/>
          <p:cNvSpPr/>
          <p:nvPr/>
        </p:nvSpPr>
        <p:spPr>
          <a:xfrm>
            <a:off x="5321808" y="1298448"/>
            <a:ext cx="3401568" cy="256032"/>
          </a:xfrm>
          <a:prstGeom prst="rect">
            <a:avLst/>
          </a:prstGeom>
          <a:noFill/>
          <a:ln/>
        </p:spPr>
        <p:txBody>
          <a:bodyPr wrap="square" rtlCol="0" anchor="ctr"/>
          <a:lstStyle/>
          <a:p>
            <a:pPr indent="0" marL="0">
              <a:buNone/>
            </a:pPr>
            <a:r>
              <a:rPr lang="en-US" sz="1100" b="1" dirty="0">
                <a:solidFill>
                  <a:srgbClr val="0A1628"/>
                </a:solidFill>
              </a:rPr>
              <a:t>{{S04_CARD1_TITLE}}</a:t>
            </a:r>
            <a:endParaRPr lang="en-US" sz="1100" dirty="0"/>
          </a:p>
        </p:txBody>
      </p:sp>
      <p:sp>
        <p:nvSpPr>
          <p:cNvPr id="14" name="Text 10"/>
          <p:cNvSpPr/>
          <p:nvPr/>
        </p:nvSpPr>
        <p:spPr>
          <a:xfrm>
            <a:off x="5321808" y="1591056"/>
            <a:ext cx="3401568" cy="347472"/>
          </a:xfrm>
          <a:prstGeom prst="rect">
            <a:avLst/>
          </a:prstGeom>
          <a:noFill/>
          <a:ln/>
        </p:spPr>
        <p:txBody>
          <a:bodyPr wrap="square" rtlCol="0" anchor="ctr"/>
          <a:lstStyle/>
          <a:p>
            <a:pPr indent="0" marL="0">
              <a:buNone/>
            </a:pPr>
            <a:r>
              <a:rPr lang="en-US" sz="900" dirty="0">
                <a:solidFill>
                  <a:srgbClr val="1A3567"/>
                </a:solidFill>
              </a:rPr>
              <a:t>{{S04_CARD1_BODY}}</a:t>
            </a:r>
            <a:endParaRPr lang="en-US" sz="900" dirty="0"/>
          </a:p>
        </p:txBody>
      </p:sp>
      <p:sp>
        <p:nvSpPr>
          <p:cNvPr id="15" name="Shape 11"/>
          <p:cNvSpPr/>
          <p:nvPr/>
        </p:nvSpPr>
        <p:spPr>
          <a:xfrm>
            <a:off x="4754880" y="2121408"/>
            <a:ext cx="4114800" cy="749808"/>
          </a:xfrm>
          <a:prstGeom prst="rect">
            <a:avLst/>
          </a:prstGeom>
          <a:solidFill>
            <a:srgbClr val="F0F4F8"/>
          </a:solidFill>
          <a:ln w="12700">
            <a:solidFill>
              <a:srgbClr val="F0F4F8"/>
            </a:solidFill>
            <a:prstDash val="solid"/>
          </a:ln>
        </p:spPr>
      </p:sp>
      <p:pic>
        <p:nvPicPr>
          <p:cNvPr id="16" name="Image 2" descr="preencoded.png"/>
          <p:cNvPicPr>
            <a:picLocks noChangeAspect="1"/>
          </p:cNvPicPr>
          <p:nvPr/>
        </p:nvPicPr>
        <p:blipFill>
          <a:blip r:embed="rId3"/>
          <a:stretch>
            <a:fillRect/>
          </a:stretch>
        </p:blipFill>
        <p:spPr>
          <a:xfrm>
            <a:off x="4864608" y="2286000"/>
            <a:ext cx="347472" cy="347472"/>
          </a:xfrm>
          <a:prstGeom prst="rect">
            <a:avLst/>
          </a:prstGeom>
        </p:spPr>
      </p:pic>
      <p:sp>
        <p:nvSpPr>
          <p:cNvPr id="17" name="Text 12"/>
          <p:cNvSpPr/>
          <p:nvPr/>
        </p:nvSpPr>
        <p:spPr>
          <a:xfrm>
            <a:off x="5321808" y="2157984"/>
            <a:ext cx="3401568" cy="256032"/>
          </a:xfrm>
          <a:prstGeom prst="rect">
            <a:avLst/>
          </a:prstGeom>
          <a:noFill/>
          <a:ln/>
        </p:spPr>
        <p:txBody>
          <a:bodyPr wrap="square" rtlCol="0" anchor="ctr"/>
          <a:lstStyle/>
          <a:p>
            <a:pPr indent="0" marL="0">
              <a:buNone/>
            </a:pPr>
            <a:r>
              <a:rPr lang="en-US" sz="1100" b="1" dirty="0">
                <a:solidFill>
                  <a:srgbClr val="0A1628"/>
                </a:solidFill>
              </a:rPr>
              <a:t>{{S04_CARD2_TITLE}}</a:t>
            </a:r>
            <a:endParaRPr lang="en-US" sz="1100" dirty="0"/>
          </a:p>
        </p:txBody>
      </p:sp>
      <p:sp>
        <p:nvSpPr>
          <p:cNvPr id="18" name="Text 13"/>
          <p:cNvSpPr/>
          <p:nvPr/>
        </p:nvSpPr>
        <p:spPr>
          <a:xfrm>
            <a:off x="5321808" y="2450592"/>
            <a:ext cx="3401568" cy="347472"/>
          </a:xfrm>
          <a:prstGeom prst="rect">
            <a:avLst/>
          </a:prstGeom>
          <a:noFill/>
          <a:ln/>
        </p:spPr>
        <p:txBody>
          <a:bodyPr wrap="square" rtlCol="0" anchor="ctr"/>
          <a:lstStyle/>
          <a:p>
            <a:pPr indent="0" marL="0">
              <a:buNone/>
            </a:pPr>
            <a:r>
              <a:rPr lang="en-US" sz="900" dirty="0">
                <a:solidFill>
                  <a:srgbClr val="1A3567"/>
                </a:solidFill>
              </a:rPr>
              <a:t>{{S04_CARD2_BODY}}</a:t>
            </a:r>
            <a:endParaRPr lang="en-US" sz="900" dirty="0"/>
          </a:p>
        </p:txBody>
      </p:sp>
      <p:sp>
        <p:nvSpPr>
          <p:cNvPr id="19" name="Shape 14"/>
          <p:cNvSpPr/>
          <p:nvPr/>
        </p:nvSpPr>
        <p:spPr>
          <a:xfrm>
            <a:off x="4754880" y="2980944"/>
            <a:ext cx="4114800" cy="749808"/>
          </a:xfrm>
          <a:prstGeom prst="rect">
            <a:avLst/>
          </a:prstGeom>
          <a:solidFill>
            <a:srgbClr val="F0F4F8"/>
          </a:solidFill>
          <a:ln w="12700">
            <a:solidFill>
              <a:srgbClr val="F0F4F8"/>
            </a:solidFill>
            <a:prstDash val="solid"/>
          </a:ln>
        </p:spPr>
      </p:sp>
      <p:pic>
        <p:nvPicPr>
          <p:cNvPr id="20" name="Image 3" descr="preencoded.png"/>
          <p:cNvPicPr>
            <a:picLocks noChangeAspect="1"/>
          </p:cNvPicPr>
          <p:nvPr/>
        </p:nvPicPr>
        <p:blipFill>
          <a:blip r:embed="rId4"/>
          <a:stretch>
            <a:fillRect/>
          </a:stretch>
        </p:blipFill>
        <p:spPr>
          <a:xfrm>
            <a:off x="4864608" y="3145536"/>
            <a:ext cx="347472" cy="347472"/>
          </a:xfrm>
          <a:prstGeom prst="rect">
            <a:avLst/>
          </a:prstGeom>
        </p:spPr>
      </p:pic>
      <p:sp>
        <p:nvSpPr>
          <p:cNvPr id="21" name="Text 15"/>
          <p:cNvSpPr/>
          <p:nvPr/>
        </p:nvSpPr>
        <p:spPr>
          <a:xfrm>
            <a:off x="5321808" y="3017520"/>
            <a:ext cx="3401568" cy="256032"/>
          </a:xfrm>
          <a:prstGeom prst="rect">
            <a:avLst/>
          </a:prstGeom>
          <a:noFill/>
          <a:ln/>
        </p:spPr>
        <p:txBody>
          <a:bodyPr wrap="square" rtlCol="0" anchor="ctr"/>
          <a:lstStyle/>
          <a:p>
            <a:pPr indent="0" marL="0">
              <a:buNone/>
            </a:pPr>
            <a:r>
              <a:rPr lang="en-US" sz="1100" b="1" dirty="0">
                <a:solidFill>
                  <a:srgbClr val="0A1628"/>
                </a:solidFill>
              </a:rPr>
              <a:t>{{S04_CARD3_TITLE}}</a:t>
            </a:r>
            <a:endParaRPr lang="en-US" sz="1100" dirty="0"/>
          </a:p>
        </p:txBody>
      </p:sp>
      <p:sp>
        <p:nvSpPr>
          <p:cNvPr id="22" name="Text 16"/>
          <p:cNvSpPr/>
          <p:nvPr/>
        </p:nvSpPr>
        <p:spPr>
          <a:xfrm>
            <a:off x="5321808" y="3310128"/>
            <a:ext cx="3401568" cy="347472"/>
          </a:xfrm>
          <a:prstGeom prst="rect">
            <a:avLst/>
          </a:prstGeom>
          <a:noFill/>
          <a:ln/>
        </p:spPr>
        <p:txBody>
          <a:bodyPr wrap="square" rtlCol="0" anchor="ctr"/>
          <a:lstStyle/>
          <a:p>
            <a:pPr indent="0" marL="0">
              <a:buNone/>
            </a:pPr>
            <a:r>
              <a:rPr lang="en-US" sz="900" dirty="0">
                <a:solidFill>
                  <a:srgbClr val="1A3567"/>
                </a:solidFill>
              </a:rPr>
              <a:t>{{S04_CARD3_BODY}}</a:t>
            </a:r>
            <a:endParaRPr lang="en-US" sz="900" dirty="0"/>
          </a:p>
        </p:txBody>
      </p:sp>
      <p:sp>
        <p:nvSpPr>
          <p:cNvPr id="23" name="Shape 17"/>
          <p:cNvSpPr/>
          <p:nvPr/>
        </p:nvSpPr>
        <p:spPr>
          <a:xfrm>
            <a:off x="4754880" y="3840480"/>
            <a:ext cx="4114800" cy="749808"/>
          </a:xfrm>
          <a:prstGeom prst="rect">
            <a:avLst/>
          </a:prstGeom>
          <a:solidFill>
            <a:srgbClr val="F0F4F8"/>
          </a:solidFill>
          <a:ln w="12700">
            <a:solidFill>
              <a:srgbClr val="F0F4F8"/>
            </a:solidFill>
            <a:prstDash val="solid"/>
          </a:ln>
        </p:spPr>
      </p:sp>
      <p:pic>
        <p:nvPicPr>
          <p:cNvPr id="24" name="Image 4" descr="preencoded.png"/>
          <p:cNvPicPr>
            <a:picLocks noChangeAspect="1"/>
          </p:cNvPicPr>
          <p:nvPr/>
        </p:nvPicPr>
        <p:blipFill>
          <a:blip r:embed="rId5"/>
          <a:stretch>
            <a:fillRect/>
          </a:stretch>
        </p:blipFill>
        <p:spPr>
          <a:xfrm>
            <a:off x="4864608" y="4005072"/>
            <a:ext cx="347472" cy="347472"/>
          </a:xfrm>
          <a:prstGeom prst="rect">
            <a:avLst/>
          </a:prstGeom>
        </p:spPr>
      </p:pic>
      <p:sp>
        <p:nvSpPr>
          <p:cNvPr id="25" name="Text 18"/>
          <p:cNvSpPr/>
          <p:nvPr/>
        </p:nvSpPr>
        <p:spPr>
          <a:xfrm>
            <a:off x="5321808" y="3877056"/>
            <a:ext cx="3401568" cy="256032"/>
          </a:xfrm>
          <a:prstGeom prst="rect">
            <a:avLst/>
          </a:prstGeom>
          <a:noFill/>
          <a:ln/>
        </p:spPr>
        <p:txBody>
          <a:bodyPr wrap="square" rtlCol="0" anchor="ctr"/>
          <a:lstStyle/>
          <a:p>
            <a:pPr indent="0" marL="0">
              <a:buNone/>
            </a:pPr>
            <a:r>
              <a:rPr lang="en-US" sz="1100" b="1" dirty="0">
                <a:solidFill>
                  <a:srgbClr val="0A1628"/>
                </a:solidFill>
              </a:rPr>
              <a:t>{{S04_CARD4_TITLE}}</a:t>
            </a:r>
            <a:endParaRPr lang="en-US" sz="1100" dirty="0"/>
          </a:p>
        </p:txBody>
      </p:sp>
      <p:sp>
        <p:nvSpPr>
          <p:cNvPr id="26" name="Text 19"/>
          <p:cNvSpPr/>
          <p:nvPr/>
        </p:nvSpPr>
        <p:spPr>
          <a:xfrm>
            <a:off x="5321808" y="4169664"/>
            <a:ext cx="3401568" cy="347472"/>
          </a:xfrm>
          <a:prstGeom prst="rect">
            <a:avLst/>
          </a:prstGeom>
          <a:noFill/>
          <a:ln/>
        </p:spPr>
        <p:txBody>
          <a:bodyPr wrap="square" rtlCol="0" anchor="ctr"/>
          <a:lstStyle/>
          <a:p>
            <a:pPr indent="0" marL="0">
              <a:buNone/>
            </a:pPr>
            <a:r>
              <a:rPr lang="en-US" sz="900" dirty="0">
                <a:solidFill>
                  <a:srgbClr val="1A3567"/>
                </a:solidFill>
              </a:rPr>
              <a:t>{{S04_CARD4_BODY}}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{{SECTION_05_HEADER}}</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sp>
      <p:sp>
        <p:nvSpPr>
          <p:cNvPr id="5" name="Shape 3"/>
          <p:cNvSpPr/>
          <p:nvPr/>
        </p:nvSpPr>
        <p:spPr>
          <a:xfrm>
            <a:off x="274320" y="822960"/>
            <a:ext cx="8595360" cy="1280160"/>
          </a:xfrm>
          <a:prstGeom prst="rect">
            <a:avLst/>
          </a:prstGeom>
          <a:solidFill>
            <a:srgbClr val="0A1628"/>
          </a:solidFill>
          <a:ln w="12700">
            <a:solidFill>
              <a:srgbClr val="0A1628"/>
            </a:solidFill>
            <a:prstDash val="solid"/>
          </a:ln>
        </p:spPr>
      </p:sp>
      <p:sp>
        <p:nvSpPr>
          <p:cNvPr id="6" name="Text 4"/>
          <p:cNvSpPr/>
          <p:nvPr/>
        </p:nvSpPr>
        <p:spPr>
          <a:xfrm>
            <a:off x="365760" y="896112"/>
            <a:ext cx="4114800" cy="685800"/>
          </a:xfrm>
          <a:prstGeom prst="rect">
            <a:avLst/>
          </a:prstGeom>
          <a:noFill/>
          <a:ln/>
        </p:spPr>
        <p:txBody>
          <a:bodyPr wrap="square" rtlCol="0" anchor="ctr"/>
          <a:lstStyle/>
          <a:p>
            <a:pPr indent="0" marL="0">
              <a:buNone/>
            </a:pPr>
            <a:r>
              <a:rPr lang="en-US" sz="4800" b="1" dirty="0">
                <a:solidFill>
                  <a:srgbClr val="C9A84C"/>
                </a:solidFill>
                <a:latin typeface="Georgia" pitchFamily="34" charset="0"/>
                <a:ea typeface="Georgia" pitchFamily="34" charset="-122"/>
                <a:cs typeface="Georgia" pitchFamily="34" charset="-120"/>
              </a:rPr>
              <a:t>{{S05_HEADLINE_VALUE}}</a:t>
            </a:r>
            <a:endParaRPr lang="en-US" sz="4800" dirty="0"/>
          </a:p>
        </p:txBody>
      </p:sp>
      <p:sp>
        <p:nvSpPr>
          <p:cNvPr id="7" name="Text 5"/>
          <p:cNvSpPr/>
          <p:nvPr/>
        </p:nvSpPr>
        <p:spPr>
          <a:xfrm>
            <a:off x="4480560" y="914400"/>
            <a:ext cx="4114800" cy="1005840"/>
          </a:xfrm>
          <a:prstGeom prst="rect">
            <a:avLst/>
          </a:prstGeom>
          <a:noFill/>
          <a:ln/>
        </p:spPr>
        <p:txBody>
          <a:bodyPr wrap="square" rtlCol="0" anchor="ctr"/>
          <a:lstStyle/>
          <a:p>
            <a:pPr indent="0" marL="0">
              <a:buNone/>
            </a:pPr>
            <a:r>
              <a:rPr lang="en-US" sz="1400" i="1" dirty="0">
                <a:solidFill>
                  <a:srgbClr val="FFFFFF"/>
                </a:solidFill>
              </a:rPr>
              <a:t>{{S05_HEADLINE_DESC}}</a:t>
            </a:r>
            <a:endParaRPr lang="en-US" sz="1400" dirty="0"/>
          </a:p>
        </p:txBody>
      </p:sp>
      <p:sp>
        <p:nvSpPr>
          <p:cNvPr id="8" name="Shape 6"/>
          <p:cNvSpPr/>
          <p:nvPr/>
        </p:nvSpPr>
        <p:spPr>
          <a:xfrm>
            <a:off x="274320" y="2267712"/>
            <a:ext cx="2743200" cy="1417320"/>
          </a:xfrm>
          <a:prstGeom prst="rect">
            <a:avLst/>
          </a:prstGeom>
          <a:solidFill>
            <a:srgbClr val="FFFFFF"/>
          </a:solidFill>
          <a:ln w="12700">
            <a:solidFill>
              <a:srgbClr val="FFFFFF"/>
            </a:solidFill>
            <a:prstDash val="solid"/>
          </a:ln>
        </p:spPr>
      </p:sp>
      <p:sp>
        <p:nvSpPr>
          <p:cNvPr id="9" name="Text 7"/>
          <p:cNvSpPr/>
          <p:nvPr/>
        </p:nvSpPr>
        <p:spPr>
          <a:xfrm>
            <a:off x="274320" y="2331720"/>
            <a:ext cx="2743200" cy="502920"/>
          </a:xfrm>
          <a:prstGeom prst="rect">
            <a:avLst/>
          </a:prstGeom>
          <a:noFill/>
          <a:ln/>
        </p:spPr>
        <p:txBody>
          <a:bodyPr wrap="square" rtlCol="0" anchor="ctr"/>
          <a:lstStyle/>
          <a:p>
            <a:pPr algn="ctr" indent="0" marL="0">
              <a:buNone/>
            </a:pPr>
            <a:r>
              <a:rPr lang="en-US" sz="2600" b="1" dirty="0">
                <a:solidFill>
                  <a:srgbClr val="1A3567"/>
                </a:solidFill>
                <a:latin typeface="Georgia" pitchFamily="34" charset="0"/>
                <a:ea typeface="Georgia" pitchFamily="34" charset="-122"/>
                <a:cs typeface="Georgia" pitchFamily="34" charset="-120"/>
              </a:rPr>
              <a:t>{{S05_STAT1_VALUE}}</a:t>
            </a:r>
            <a:endParaRPr lang="en-US" sz="2600" dirty="0"/>
          </a:p>
        </p:txBody>
      </p:sp>
      <p:sp>
        <p:nvSpPr>
          <p:cNvPr id="10" name="Text 8"/>
          <p:cNvSpPr/>
          <p:nvPr/>
        </p:nvSpPr>
        <p:spPr>
          <a:xfrm>
            <a:off x="274320" y="2834640"/>
            <a:ext cx="2743200" cy="256032"/>
          </a:xfrm>
          <a:prstGeom prst="rect">
            <a:avLst/>
          </a:prstGeom>
          <a:noFill/>
          <a:ln/>
        </p:spPr>
        <p:txBody>
          <a:bodyPr wrap="square" rtlCol="0" anchor="ctr"/>
          <a:lstStyle/>
          <a:p>
            <a:pPr algn="ctr" indent="0" marL="0">
              <a:buNone/>
            </a:pPr>
            <a:r>
              <a:rPr lang="en-US" sz="1100" b="1" dirty="0">
                <a:solidFill>
                  <a:srgbClr val="0A1628"/>
                </a:solidFill>
              </a:rPr>
              <a:t>{{S05_STAT1_LABEL}}</a:t>
            </a:r>
            <a:endParaRPr lang="en-US" sz="1100" dirty="0"/>
          </a:p>
        </p:txBody>
      </p:sp>
      <p:sp>
        <p:nvSpPr>
          <p:cNvPr id="11" name="Text 9"/>
          <p:cNvSpPr/>
          <p:nvPr/>
        </p:nvSpPr>
        <p:spPr>
          <a:xfrm>
            <a:off x="411480" y="3108960"/>
            <a:ext cx="2468880" cy="457200"/>
          </a:xfrm>
          <a:prstGeom prst="rect">
            <a:avLst/>
          </a:prstGeom>
          <a:noFill/>
          <a:ln/>
        </p:spPr>
        <p:txBody>
          <a:bodyPr wrap="square" rtlCol="0" anchor="ctr"/>
          <a:lstStyle/>
          <a:p>
            <a:pPr algn="ctr" indent="0" marL="0">
              <a:buNone/>
            </a:pPr>
            <a:r>
              <a:rPr lang="en-US" sz="950" dirty="0">
                <a:solidFill>
                  <a:srgbClr val="8899AA"/>
                </a:solidFill>
              </a:rPr>
              <a:t>{{S05_STAT1_DESC}}</a:t>
            </a:r>
            <a:endParaRPr lang="en-US" sz="950" dirty="0"/>
          </a:p>
        </p:txBody>
      </p:sp>
      <p:sp>
        <p:nvSpPr>
          <p:cNvPr id="12" name="Shape 10"/>
          <p:cNvSpPr/>
          <p:nvPr/>
        </p:nvSpPr>
        <p:spPr>
          <a:xfrm>
            <a:off x="3200400" y="2267712"/>
            <a:ext cx="2743200" cy="1417320"/>
          </a:xfrm>
          <a:prstGeom prst="rect">
            <a:avLst/>
          </a:prstGeom>
          <a:solidFill>
            <a:srgbClr val="FFFFFF"/>
          </a:solidFill>
          <a:ln w="12700">
            <a:solidFill>
              <a:srgbClr val="FFFFFF"/>
            </a:solidFill>
            <a:prstDash val="solid"/>
          </a:ln>
        </p:spPr>
      </p:sp>
      <p:sp>
        <p:nvSpPr>
          <p:cNvPr id="13" name="Text 11"/>
          <p:cNvSpPr/>
          <p:nvPr/>
        </p:nvSpPr>
        <p:spPr>
          <a:xfrm>
            <a:off x="3200400" y="2331720"/>
            <a:ext cx="2743200" cy="502920"/>
          </a:xfrm>
          <a:prstGeom prst="rect">
            <a:avLst/>
          </a:prstGeom>
          <a:noFill/>
          <a:ln/>
        </p:spPr>
        <p:txBody>
          <a:bodyPr wrap="square" rtlCol="0" anchor="ctr"/>
          <a:lstStyle/>
          <a:p>
            <a:pPr algn="ctr" indent="0" marL="0">
              <a:buNone/>
            </a:pPr>
            <a:r>
              <a:rPr lang="en-US" sz="2600" b="1" dirty="0">
                <a:solidFill>
                  <a:srgbClr val="1A3567"/>
                </a:solidFill>
                <a:latin typeface="Georgia" pitchFamily="34" charset="0"/>
                <a:ea typeface="Georgia" pitchFamily="34" charset="-122"/>
                <a:cs typeface="Georgia" pitchFamily="34" charset="-120"/>
              </a:rPr>
              <a:t>{{S05_STAT2_VALUE}}</a:t>
            </a:r>
            <a:endParaRPr lang="en-US" sz="2600" dirty="0"/>
          </a:p>
        </p:txBody>
      </p:sp>
      <p:sp>
        <p:nvSpPr>
          <p:cNvPr id="14" name="Text 12"/>
          <p:cNvSpPr/>
          <p:nvPr/>
        </p:nvSpPr>
        <p:spPr>
          <a:xfrm>
            <a:off x="3200400" y="2834640"/>
            <a:ext cx="2743200" cy="256032"/>
          </a:xfrm>
          <a:prstGeom prst="rect">
            <a:avLst/>
          </a:prstGeom>
          <a:noFill/>
          <a:ln/>
        </p:spPr>
        <p:txBody>
          <a:bodyPr wrap="square" rtlCol="0" anchor="ctr"/>
          <a:lstStyle/>
          <a:p>
            <a:pPr algn="ctr" indent="0" marL="0">
              <a:buNone/>
            </a:pPr>
            <a:r>
              <a:rPr lang="en-US" sz="1100" b="1" dirty="0">
                <a:solidFill>
                  <a:srgbClr val="0A1628"/>
                </a:solidFill>
              </a:rPr>
              <a:t>{{S05_STAT2_LABEL}}</a:t>
            </a:r>
            <a:endParaRPr lang="en-US" sz="1100" dirty="0"/>
          </a:p>
        </p:txBody>
      </p:sp>
      <p:sp>
        <p:nvSpPr>
          <p:cNvPr id="15" name="Text 13"/>
          <p:cNvSpPr/>
          <p:nvPr/>
        </p:nvSpPr>
        <p:spPr>
          <a:xfrm>
            <a:off x="3337560" y="3108960"/>
            <a:ext cx="2468880" cy="457200"/>
          </a:xfrm>
          <a:prstGeom prst="rect">
            <a:avLst/>
          </a:prstGeom>
          <a:noFill/>
          <a:ln/>
        </p:spPr>
        <p:txBody>
          <a:bodyPr wrap="square" rtlCol="0" anchor="ctr"/>
          <a:lstStyle/>
          <a:p>
            <a:pPr algn="ctr" indent="0" marL="0">
              <a:buNone/>
            </a:pPr>
            <a:r>
              <a:rPr lang="en-US" sz="950" dirty="0">
                <a:solidFill>
                  <a:srgbClr val="8899AA"/>
                </a:solidFill>
              </a:rPr>
              <a:t>{{S05_STAT2_DESC}}</a:t>
            </a:r>
            <a:endParaRPr lang="en-US" sz="950" dirty="0"/>
          </a:p>
        </p:txBody>
      </p:sp>
      <p:sp>
        <p:nvSpPr>
          <p:cNvPr id="16" name="Shape 14"/>
          <p:cNvSpPr/>
          <p:nvPr/>
        </p:nvSpPr>
        <p:spPr>
          <a:xfrm>
            <a:off x="6126480" y="2267712"/>
            <a:ext cx="2743200" cy="1417320"/>
          </a:xfrm>
          <a:prstGeom prst="rect">
            <a:avLst/>
          </a:prstGeom>
          <a:solidFill>
            <a:srgbClr val="FFFFFF"/>
          </a:solidFill>
          <a:ln w="12700">
            <a:solidFill>
              <a:srgbClr val="FFFFFF"/>
            </a:solidFill>
            <a:prstDash val="solid"/>
          </a:ln>
        </p:spPr>
      </p:sp>
      <p:sp>
        <p:nvSpPr>
          <p:cNvPr id="17" name="Text 15"/>
          <p:cNvSpPr/>
          <p:nvPr/>
        </p:nvSpPr>
        <p:spPr>
          <a:xfrm>
            <a:off x="6126480" y="2331720"/>
            <a:ext cx="2743200" cy="502920"/>
          </a:xfrm>
          <a:prstGeom prst="rect">
            <a:avLst/>
          </a:prstGeom>
          <a:noFill/>
          <a:ln/>
        </p:spPr>
        <p:txBody>
          <a:bodyPr wrap="square" rtlCol="0" anchor="ctr"/>
          <a:lstStyle/>
          <a:p>
            <a:pPr algn="ctr" indent="0" marL="0">
              <a:buNone/>
            </a:pPr>
            <a:r>
              <a:rPr lang="en-US" sz="2600" b="1" dirty="0">
                <a:solidFill>
                  <a:srgbClr val="1A3567"/>
                </a:solidFill>
                <a:latin typeface="Georgia" pitchFamily="34" charset="0"/>
                <a:ea typeface="Georgia" pitchFamily="34" charset="-122"/>
                <a:cs typeface="Georgia" pitchFamily="34" charset="-120"/>
              </a:rPr>
              <a:t>{{S05_STAT3_VALUE}}</a:t>
            </a:r>
            <a:endParaRPr lang="en-US" sz="2600" dirty="0"/>
          </a:p>
        </p:txBody>
      </p:sp>
      <p:sp>
        <p:nvSpPr>
          <p:cNvPr id="18" name="Text 16"/>
          <p:cNvSpPr/>
          <p:nvPr/>
        </p:nvSpPr>
        <p:spPr>
          <a:xfrm>
            <a:off x="6126480" y="2834640"/>
            <a:ext cx="2743200" cy="256032"/>
          </a:xfrm>
          <a:prstGeom prst="rect">
            <a:avLst/>
          </a:prstGeom>
          <a:noFill/>
          <a:ln/>
        </p:spPr>
        <p:txBody>
          <a:bodyPr wrap="square" rtlCol="0" anchor="ctr"/>
          <a:lstStyle/>
          <a:p>
            <a:pPr algn="ctr" indent="0" marL="0">
              <a:buNone/>
            </a:pPr>
            <a:r>
              <a:rPr lang="en-US" sz="1100" b="1" dirty="0">
                <a:solidFill>
                  <a:srgbClr val="0A1628"/>
                </a:solidFill>
              </a:rPr>
              <a:t>{{S05_STAT3_LABEL}}</a:t>
            </a:r>
            <a:endParaRPr lang="en-US" sz="1100" dirty="0"/>
          </a:p>
        </p:txBody>
      </p:sp>
      <p:sp>
        <p:nvSpPr>
          <p:cNvPr id="19" name="Text 17"/>
          <p:cNvSpPr/>
          <p:nvPr/>
        </p:nvSpPr>
        <p:spPr>
          <a:xfrm>
            <a:off x="6263640" y="3108960"/>
            <a:ext cx="2468880" cy="457200"/>
          </a:xfrm>
          <a:prstGeom prst="rect">
            <a:avLst/>
          </a:prstGeom>
          <a:noFill/>
          <a:ln/>
        </p:spPr>
        <p:txBody>
          <a:bodyPr wrap="square" rtlCol="0" anchor="ctr"/>
          <a:lstStyle/>
          <a:p>
            <a:pPr algn="ctr" indent="0" marL="0">
              <a:buNone/>
            </a:pPr>
            <a:r>
              <a:rPr lang="en-US" sz="950" dirty="0">
                <a:solidFill>
                  <a:srgbClr val="8899AA"/>
                </a:solidFill>
              </a:rPr>
              <a:t>{{S05_STAT3_DESC}}</a:t>
            </a:r>
            <a:endParaRPr lang="en-US" sz="950" dirty="0"/>
          </a:p>
        </p:txBody>
      </p:sp>
      <p:sp>
        <p:nvSpPr>
          <p:cNvPr id="20" name="Text 18"/>
          <p:cNvSpPr/>
          <p:nvPr/>
        </p:nvSpPr>
        <p:spPr>
          <a:xfrm>
            <a:off x="274320" y="3767328"/>
            <a:ext cx="8595360" cy="320040"/>
          </a:xfrm>
          <a:prstGeom prst="rect">
            <a:avLst/>
          </a:prstGeom>
          <a:noFill/>
          <a:ln/>
        </p:spPr>
        <p:txBody>
          <a:bodyPr wrap="square" rtlCol="0" anchor="ctr"/>
          <a:lstStyle/>
          <a:p>
            <a:pPr indent="0" marL="0">
              <a:buNone/>
            </a:pPr>
            <a:r>
              <a:rPr lang="en-US" sz="1200" b="1" dirty="0">
                <a:solidFill>
                  <a:srgbClr val="0A1628"/>
                </a:solidFill>
              </a:rPr>
              <a:t>{{S05_TAILWINDS_TITLE}}</a:t>
            </a:r>
            <a:endParaRPr lang="en-US" sz="1200" dirty="0"/>
          </a:p>
        </p:txBody>
      </p:sp>
      <p:sp>
        <p:nvSpPr>
          <p:cNvPr id="21" name="Text 19"/>
          <p:cNvSpPr/>
          <p:nvPr/>
        </p:nvSpPr>
        <p:spPr>
          <a:xfrm>
            <a:off x="274320" y="4133088"/>
            <a:ext cx="8595360" cy="868680"/>
          </a:xfrm>
          <a:prstGeom prst="rect">
            <a:avLst/>
          </a:prstGeom>
          <a:noFill/>
          <a:ln/>
        </p:spPr>
        <p:txBody>
          <a:bodyPr wrap="square" rtlCol="0" anchor="ctr"/>
          <a:lstStyle/>
          <a:p>
            <a:pPr marL="342900" indent="-342900">
              <a:spcAft>
                <a:spcPts val="300"/>
              </a:spcAft>
              <a:buSzPct val="100000"/>
              <a:buChar char="•"/>
            </a:pPr>
            <a:r>
              <a:rPr lang="en-US" sz="1000" dirty="0">
                <a:solidFill>
                  <a:srgbClr val="1A3567"/>
                </a:solidFill>
              </a:rPr>
              <a:t>{{S05_TAILWIND1}}</a:t>
            </a:r>
            <a:endParaRPr lang="en-US" sz="1000" dirty="0"/>
          </a:p>
          <a:p>
            <a:pPr marL="342900" indent="-342900">
              <a:spcAft>
                <a:spcPts val="300"/>
              </a:spcAft>
              <a:buSzPct val="100000"/>
              <a:buChar char="•"/>
            </a:pPr>
            <a:r>
              <a:rPr lang="en-US" sz="1000" dirty="0">
                <a:solidFill>
                  <a:srgbClr val="1A3567"/>
                </a:solidFill>
              </a:rPr>
              <a:t>{{S05_TAILWIND2}}</a:t>
            </a:r>
            <a:endParaRPr lang="en-US" sz="1000" dirty="0"/>
          </a:p>
          <a:p>
            <a:pPr marL="342900" indent="-342900">
              <a:spcAft>
                <a:spcPts val="300"/>
              </a:spcAft>
              <a:buSzPct val="100000"/>
              <a:buChar char="•"/>
            </a:pPr>
            <a:r>
              <a:rPr lang="en-US" sz="1000" dirty="0">
                <a:solidFill>
                  <a:srgbClr val="1A3567"/>
                </a:solidFill>
              </a:rPr>
              <a:t>{{S05_TAILWIND3}}</a:t>
            </a:r>
            <a:endParaRPr lang="en-US" sz="1000" dirty="0"/>
          </a:p>
          <a:p>
            <a:pPr marL="342900" indent="-342900">
              <a:spcAft>
                <a:spcPts val="300"/>
              </a:spcAft>
              <a:buSzPct val="100000"/>
              <a:buChar char="•"/>
            </a:pPr>
            <a:r>
              <a:rPr lang="en-US" sz="1000" dirty="0">
                <a:solidFill>
                  <a:srgbClr val="1A3567"/>
                </a:solidFill>
              </a:rPr>
              <a:t>{{S05_TAILWIND4}}</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{{SECTION_06_HEADER}}</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sp>
      <p:sp>
        <p:nvSpPr>
          <p:cNvPr id="5" name="Shape 3"/>
          <p:cNvSpPr/>
          <p:nvPr/>
        </p:nvSpPr>
        <p:spPr>
          <a:xfrm>
            <a:off x="274320" y="841248"/>
            <a:ext cx="8595360" cy="713232"/>
          </a:xfrm>
          <a:prstGeom prst="rect">
            <a:avLst/>
          </a:prstGeom>
          <a:solidFill>
            <a:srgbClr val="F0F4F8"/>
          </a:solidFill>
          <a:ln w="12700">
            <a:solidFill>
              <a:srgbClr val="E8EEF5"/>
            </a:solidFill>
            <a:prstDash val="solid"/>
          </a:ln>
        </p:spPr>
      </p:sp>
      <p:sp>
        <p:nvSpPr>
          <p:cNvPr id="6" name="Shape 4"/>
          <p:cNvSpPr/>
          <p:nvPr/>
        </p:nvSpPr>
        <p:spPr>
          <a:xfrm>
            <a:off x="274320" y="841248"/>
            <a:ext cx="54864" cy="713232"/>
          </a:xfrm>
          <a:prstGeom prst="rect">
            <a:avLst/>
          </a:prstGeom>
          <a:solidFill>
            <a:srgbClr val="C0392B"/>
          </a:solidFill>
          <a:ln w="12700">
            <a:solidFill>
              <a:srgbClr val="C0392B"/>
            </a:solidFill>
            <a:prstDash val="solid"/>
          </a:ln>
        </p:spPr>
      </p:sp>
      <p:sp>
        <p:nvSpPr>
          <p:cNvPr id="7" name="Text 5"/>
          <p:cNvSpPr/>
          <p:nvPr/>
        </p:nvSpPr>
        <p:spPr>
          <a:xfrm>
            <a:off x="438912" y="886968"/>
            <a:ext cx="2560320" cy="256032"/>
          </a:xfrm>
          <a:prstGeom prst="rect">
            <a:avLst/>
          </a:prstGeom>
          <a:noFill/>
          <a:ln/>
        </p:spPr>
        <p:txBody>
          <a:bodyPr wrap="square" rtlCol="0" anchor="ctr"/>
          <a:lstStyle/>
          <a:p>
            <a:pPr indent="0" marL="0">
              <a:buNone/>
            </a:pPr>
            <a:r>
              <a:rPr lang="en-US" sz="1100" b="1" dirty="0">
                <a:solidFill>
                  <a:srgbClr val="0A1628"/>
                </a:solidFill>
              </a:rPr>
              <a:t>{{S06_RISK1_TITLE}}</a:t>
            </a:r>
            <a:endParaRPr lang="en-US" sz="1100" dirty="0"/>
          </a:p>
        </p:txBody>
      </p:sp>
      <p:sp>
        <p:nvSpPr>
          <p:cNvPr id="8" name="Text 6"/>
          <p:cNvSpPr/>
          <p:nvPr/>
        </p:nvSpPr>
        <p:spPr>
          <a:xfrm>
            <a:off x="438912" y="1188720"/>
            <a:ext cx="2560320" cy="292608"/>
          </a:xfrm>
          <a:prstGeom prst="rect">
            <a:avLst/>
          </a:prstGeom>
          <a:noFill/>
          <a:ln/>
        </p:spPr>
        <p:txBody>
          <a:bodyPr wrap="square" rtlCol="0" anchor="ctr"/>
          <a:lstStyle/>
          <a:p>
            <a:pPr indent="0" marL="0">
              <a:buNone/>
            </a:pPr>
            <a:r>
              <a:rPr lang="en-US" sz="900" dirty="0">
                <a:solidFill>
                  <a:srgbClr val="8899AA"/>
                </a:solidFill>
              </a:rPr>
              <a:t>{{S06_RISK1_DESC}}</a:t>
            </a:r>
            <a:endParaRPr lang="en-US" sz="900" dirty="0"/>
          </a:p>
        </p:txBody>
      </p:sp>
      <p:sp>
        <p:nvSpPr>
          <p:cNvPr id="9" name="Text 7"/>
          <p:cNvSpPr/>
          <p:nvPr/>
        </p:nvSpPr>
        <p:spPr>
          <a:xfrm>
            <a:off x="3127248" y="1024128"/>
            <a:ext cx="274320" cy="347472"/>
          </a:xfrm>
          <a:prstGeom prst="rect">
            <a:avLst/>
          </a:prstGeom>
          <a:noFill/>
          <a:ln/>
        </p:spPr>
        <p:txBody>
          <a:bodyPr wrap="square" rtlCol="0" anchor="ctr"/>
          <a:lstStyle/>
          <a:p>
            <a:pPr algn="ctr" indent="0" marL="0">
              <a:buNone/>
            </a:pPr>
            <a:r>
              <a:rPr lang="en-US" sz="1800" dirty="0">
                <a:solidFill>
                  <a:srgbClr val="C9A84C"/>
                </a:solidFill>
              </a:rPr>
              <a:t>→</a:t>
            </a:r>
            <a:endParaRPr lang="en-US" sz="1800" dirty="0"/>
          </a:p>
        </p:txBody>
      </p:sp>
      <p:sp>
        <p:nvSpPr>
          <p:cNvPr id="10" name="Shape 8"/>
          <p:cNvSpPr/>
          <p:nvPr/>
        </p:nvSpPr>
        <p:spPr>
          <a:xfrm>
            <a:off x="3456432" y="886968"/>
            <a:ext cx="54864" cy="621792"/>
          </a:xfrm>
          <a:prstGeom prst="rect">
            <a:avLst/>
          </a:prstGeom>
          <a:solidFill>
            <a:srgbClr val="0E7C7B"/>
          </a:solidFill>
          <a:ln w="12700">
            <a:solidFill>
              <a:srgbClr val="0E7C7B"/>
            </a:solidFill>
            <a:prstDash val="solid"/>
          </a:ln>
        </p:spPr>
      </p:sp>
      <p:sp>
        <p:nvSpPr>
          <p:cNvPr id="11" name="Text 9"/>
          <p:cNvSpPr/>
          <p:nvPr/>
        </p:nvSpPr>
        <p:spPr>
          <a:xfrm>
            <a:off x="3621024" y="914400"/>
            <a:ext cx="5074920" cy="548640"/>
          </a:xfrm>
          <a:prstGeom prst="rect">
            <a:avLst/>
          </a:prstGeom>
          <a:noFill/>
          <a:ln/>
        </p:spPr>
        <p:txBody>
          <a:bodyPr wrap="square" rtlCol="0" anchor="ctr"/>
          <a:lstStyle/>
          <a:p>
            <a:pPr indent="0" marL="0">
              <a:buNone/>
            </a:pPr>
            <a:r>
              <a:rPr lang="en-US" sz="950" dirty="0">
                <a:solidFill>
                  <a:srgbClr val="1A3567"/>
                </a:solidFill>
              </a:rPr>
              <a:t>{{S06_RISK1_MITIGANT}}</a:t>
            </a:r>
            <a:endParaRPr lang="en-US" sz="950" dirty="0"/>
          </a:p>
        </p:txBody>
      </p:sp>
      <p:sp>
        <p:nvSpPr>
          <p:cNvPr id="12" name="Shape 10"/>
          <p:cNvSpPr/>
          <p:nvPr/>
        </p:nvSpPr>
        <p:spPr>
          <a:xfrm>
            <a:off x="274320" y="1645920"/>
            <a:ext cx="8595360" cy="713232"/>
          </a:xfrm>
          <a:prstGeom prst="rect">
            <a:avLst/>
          </a:prstGeom>
          <a:solidFill>
            <a:srgbClr val="FAFAFA"/>
          </a:solidFill>
          <a:ln w="12700">
            <a:solidFill>
              <a:srgbClr val="E8EEF5"/>
            </a:solidFill>
            <a:prstDash val="solid"/>
          </a:ln>
        </p:spPr>
      </p:sp>
      <p:sp>
        <p:nvSpPr>
          <p:cNvPr id="13" name="Shape 11"/>
          <p:cNvSpPr/>
          <p:nvPr/>
        </p:nvSpPr>
        <p:spPr>
          <a:xfrm>
            <a:off x="274320" y="1645920"/>
            <a:ext cx="54864" cy="713232"/>
          </a:xfrm>
          <a:prstGeom prst="rect">
            <a:avLst/>
          </a:prstGeom>
          <a:solidFill>
            <a:srgbClr val="C0392B"/>
          </a:solidFill>
          <a:ln w="12700">
            <a:solidFill>
              <a:srgbClr val="C0392B"/>
            </a:solidFill>
            <a:prstDash val="solid"/>
          </a:ln>
        </p:spPr>
      </p:sp>
      <p:sp>
        <p:nvSpPr>
          <p:cNvPr id="14" name="Text 12"/>
          <p:cNvSpPr/>
          <p:nvPr/>
        </p:nvSpPr>
        <p:spPr>
          <a:xfrm>
            <a:off x="438912" y="1691640"/>
            <a:ext cx="2560320" cy="256032"/>
          </a:xfrm>
          <a:prstGeom prst="rect">
            <a:avLst/>
          </a:prstGeom>
          <a:noFill/>
          <a:ln/>
        </p:spPr>
        <p:txBody>
          <a:bodyPr wrap="square" rtlCol="0" anchor="ctr"/>
          <a:lstStyle/>
          <a:p>
            <a:pPr indent="0" marL="0">
              <a:buNone/>
            </a:pPr>
            <a:r>
              <a:rPr lang="en-US" sz="1100" b="1" dirty="0">
                <a:solidFill>
                  <a:srgbClr val="0A1628"/>
                </a:solidFill>
              </a:rPr>
              <a:t>{{S06_RISK2_TITLE}}</a:t>
            </a:r>
            <a:endParaRPr lang="en-US" sz="1100" dirty="0"/>
          </a:p>
        </p:txBody>
      </p:sp>
      <p:sp>
        <p:nvSpPr>
          <p:cNvPr id="15" name="Text 13"/>
          <p:cNvSpPr/>
          <p:nvPr/>
        </p:nvSpPr>
        <p:spPr>
          <a:xfrm>
            <a:off x="438912" y="1993392"/>
            <a:ext cx="2560320" cy="292608"/>
          </a:xfrm>
          <a:prstGeom prst="rect">
            <a:avLst/>
          </a:prstGeom>
          <a:noFill/>
          <a:ln/>
        </p:spPr>
        <p:txBody>
          <a:bodyPr wrap="square" rtlCol="0" anchor="ctr"/>
          <a:lstStyle/>
          <a:p>
            <a:pPr indent="0" marL="0">
              <a:buNone/>
            </a:pPr>
            <a:r>
              <a:rPr lang="en-US" sz="900" dirty="0">
                <a:solidFill>
                  <a:srgbClr val="8899AA"/>
                </a:solidFill>
              </a:rPr>
              <a:t>{{S06_RISK2_DESC}}</a:t>
            </a:r>
            <a:endParaRPr lang="en-US" sz="900" dirty="0"/>
          </a:p>
        </p:txBody>
      </p:sp>
      <p:sp>
        <p:nvSpPr>
          <p:cNvPr id="16" name="Text 14"/>
          <p:cNvSpPr/>
          <p:nvPr/>
        </p:nvSpPr>
        <p:spPr>
          <a:xfrm>
            <a:off x="3127248" y="1828800"/>
            <a:ext cx="274320" cy="347472"/>
          </a:xfrm>
          <a:prstGeom prst="rect">
            <a:avLst/>
          </a:prstGeom>
          <a:noFill/>
          <a:ln/>
        </p:spPr>
        <p:txBody>
          <a:bodyPr wrap="square" rtlCol="0" anchor="ctr"/>
          <a:lstStyle/>
          <a:p>
            <a:pPr algn="ctr" indent="0" marL="0">
              <a:buNone/>
            </a:pPr>
            <a:r>
              <a:rPr lang="en-US" sz="1800" dirty="0">
                <a:solidFill>
                  <a:srgbClr val="C9A84C"/>
                </a:solidFill>
              </a:rPr>
              <a:t>→</a:t>
            </a:r>
            <a:endParaRPr lang="en-US" sz="1800" dirty="0"/>
          </a:p>
        </p:txBody>
      </p:sp>
      <p:sp>
        <p:nvSpPr>
          <p:cNvPr id="17" name="Shape 15"/>
          <p:cNvSpPr/>
          <p:nvPr/>
        </p:nvSpPr>
        <p:spPr>
          <a:xfrm>
            <a:off x="3456432" y="1691640"/>
            <a:ext cx="54864" cy="621792"/>
          </a:xfrm>
          <a:prstGeom prst="rect">
            <a:avLst/>
          </a:prstGeom>
          <a:solidFill>
            <a:srgbClr val="0E7C7B"/>
          </a:solidFill>
          <a:ln w="12700">
            <a:solidFill>
              <a:srgbClr val="0E7C7B"/>
            </a:solidFill>
            <a:prstDash val="solid"/>
          </a:ln>
        </p:spPr>
      </p:sp>
      <p:sp>
        <p:nvSpPr>
          <p:cNvPr id="18" name="Text 16"/>
          <p:cNvSpPr/>
          <p:nvPr/>
        </p:nvSpPr>
        <p:spPr>
          <a:xfrm>
            <a:off x="3621024" y="1719072"/>
            <a:ext cx="5074920" cy="548640"/>
          </a:xfrm>
          <a:prstGeom prst="rect">
            <a:avLst/>
          </a:prstGeom>
          <a:noFill/>
          <a:ln/>
        </p:spPr>
        <p:txBody>
          <a:bodyPr wrap="square" rtlCol="0" anchor="ctr"/>
          <a:lstStyle/>
          <a:p>
            <a:pPr indent="0" marL="0">
              <a:buNone/>
            </a:pPr>
            <a:r>
              <a:rPr lang="en-US" sz="950" dirty="0">
                <a:solidFill>
                  <a:srgbClr val="1A3567"/>
                </a:solidFill>
              </a:rPr>
              <a:t>{{S06_RISK2_MITIGANT}}</a:t>
            </a:r>
            <a:endParaRPr lang="en-US" sz="950" dirty="0"/>
          </a:p>
        </p:txBody>
      </p:sp>
      <p:sp>
        <p:nvSpPr>
          <p:cNvPr id="19" name="Shape 17"/>
          <p:cNvSpPr/>
          <p:nvPr/>
        </p:nvSpPr>
        <p:spPr>
          <a:xfrm>
            <a:off x="274320" y="2450592"/>
            <a:ext cx="8595360" cy="713232"/>
          </a:xfrm>
          <a:prstGeom prst="rect">
            <a:avLst/>
          </a:prstGeom>
          <a:solidFill>
            <a:srgbClr val="F0F4F8"/>
          </a:solidFill>
          <a:ln w="12700">
            <a:solidFill>
              <a:srgbClr val="E8EEF5"/>
            </a:solidFill>
            <a:prstDash val="solid"/>
          </a:ln>
        </p:spPr>
      </p:sp>
      <p:sp>
        <p:nvSpPr>
          <p:cNvPr id="20" name="Shape 18"/>
          <p:cNvSpPr/>
          <p:nvPr/>
        </p:nvSpPr>
        <p:spPr>
          <a:xfrm>
            <a:off x="274320" y="2450592"/>
            <a:ext cx="54864" cy="713232"/>
          </a:xfrm>
          <a:prstGeom prst="rect">
            <a:avLst/>
          </a:prstGeom>
          <a:solidFill>
            <a:srgbClr val="C0392B"/>
          </a:solidFill>
          <a:ln w="12700">
            <a:solidFill>
              <a:srgbClr val="C0392B"/>
            </a:solidFill>
            <a:prstDash val="solid"/>
          </a:ln>
        </p:spPr>
      </p:sp>
      <p:sp>
        <p:nvSpPr>
          <p:cNvPr id="21" name="Text 19"/>
          <p:cNvSpPr/>
          <p:nvPr/>
        </p:nvSpPr>
        <p:spPr>
          <a:xfrm>
            <a:off x="438912" y="2496312"/>
            <a:ext cx="2560320" cy="256032"/>
          </a:xfrm>
          <a:prstGeom prst="rect">
            <a:avLst/>
          </a:prstGeom>
          <a:noFill/>
          <a:ln/>
        </p:spPr>
        <p:txBody>
          <a:bodyPr wrap="square" rtlCol="0" anchor="ctr"/>
          <a:lstStyle/>
          <a:p>
            <a:pPr indent="0" marL="0">
              <a:buNone/>
            </a:pPr>
            <a:r>
              <a:rPr lang="en-US" sz="1100" b="1" dirty="0">
                <a:solidFill>
                  <a:srgbClr val="0A1628"/>
                </a:solidFill>
              </a:rPr>
              <a:t>{{S06_RISK3_TITLE}}</a:t>
            </a:r>
            <a:endParaRPr lang="en-US" sz="1100" dirty="0"/>
          </a:p>
        </p:txBody>
      </p:sp>
      <p:sp>
        <p:nvSpPr>
          <p:cNvPr id="22" name="Text 20"/>
          <p:cNvSpPr/>
          <p:nvPr/>
        </p:nvSpPr>
        <p:spPr>
          <a:xfrm>
            <a:off x="438912" y="2798064"/>
            <a:ext cx="2560320" cy="292608"/>
          </a:xfrm>
          <a:prstGeom prst="rect">
            <a:avLst/>
          </a:prstGeom>
          <a:noFill/>
          <a:ln/>
        </p:spPr>
        <p:txBody>
          <a:bodyPr wrap="square" rtlCol="0" anchor="ctr"/>
          <a:lstStyle/>
          <a:p>
            <a:pPr indent="0" marL="0">
              <a:buNone/>
            </a:pPr>
            <a:r>
              <a:rPr lang="en-US" sz="900" dirty="0">
                <a:solidFill>
                  <a:srgbClr val="8899AA"/>
                </a:solidFill>
              </a:rPr>
              <a:t>{{S06_RISK3_DESC}}</a:t>
            </a:r>
            <a:endParaRPr lang="en-US" sz="900" dirty="0"/>
          </a:p>
        </p:txBody>
      </p:sp>
      <p:sp>
        <p:nvSpPr>
          <p:cNvPr id="23" name="Text 21"/>
          <p:cNvSpPr/>
          <p:nvPr/>
        </p:nvSpPr>
        <p:spPr>
          <a:xfrm>
            <a:off x="3127248" y="2633472"/>
            <a:ext cx="274320" cy="347472"/>
          </a:xfrm>
          <a:prstGeom prst="rect">
            <a:avLst/>
          </a:prstGeom>
          <a:noFill/>
          <a:ln/>
        </p:spPr>
        <p:txBody>
          <a:bodyPr wrap="square" rtlCol="0" anchor="ctr"/>
          <a:lstStyle/>
          <a:p>
            <a:pPr algn="ctr" indent="0" marL="0">
              <a:buNone/>
            </a:pPr>
            <a:r>
              <a:rPr lang="en-US" sz="1800" dirty="0">
                <a:solidFill>
                  <a:srgbClr val="C9A84C"/>
                </a:solidFill>
              </a:rPr>
              <a:t>→</a:t>
            </a:r>
            <a:endParaRPr lang="en-US" sz="1800" dirty="0"/>
          </a:p>
        </p:txBody>
      </p:sp>
      <p:sp>
        <p:nvSpPr>
          <p:cNvPr id="24" name="Shape 22"/>
          <p:cNvSpPr/>
          <p:nvPr/>
        </p:nvSpPr>
        <p:spPr>
          <a:xfrm>
            <a:off x="3456432" y="2496312"/>
            <a:ext cx="54864" cy="621792"/>
          </a:xfrm>
          <a:prstGeom prst="rect">
            <a:avLst/>
          </a:prstGeom>
          <a:solidFill>
            <a:srgbClr val="0E7C7B"/>
          </a:solidFill>
          <a:ln w="12700">
            <a:solidFill>
              <a:srgbClr val="0E7C7B"/>
            </a:solidFill>
            <a:prstDash val="solid"/>
          </a:ln>
        </p:spPr>
      </p:sp>
      <p:sp>
        <p:nvSpPr>
          <p:cNvPr id="25" name="Text 23"/>
          <p:cNvSpPr/>
          <p:nvPr/>
        </p:nvSpPr>
        <p:spPr>
          <a:xfrm>
            <a:off x="3621024" y="2523744"/>
            <a:ext cx="5074920" cy="548640"/>
          </a:xfrm>
          <a:prstGeom prst="rect">
            <a:avLst/>
          </a:prstGeom>
          <a:noFill/>
          <a:ln/>
        </p:spPr>
        <p:txBody>
          <a:bodyPr wrap="square" rtlCol="0" anchor="ctr"/>
          <a:lstStyle/>
          <a:p>
            <a:pPr indent="0" marL="0">
              <a:buNone/>
            </a:pPr>
            <a:r>
              <a:rPr lang="en-US" sz="950" dirty="0">
                <a:solidFill>
                  <a:srgbClr val="1A3567"/>
                </a:solidFill>
              </a:rPr>
              <a:t>{{S06_RISK3_MITIGANT}}</a:t>
            </a:r>
            <a:endParaRPr lang="en-US" sz="950" dirty="0"/>
          </a:p>
        </p:txBody>
      </p:sp>
      <p:sp>
        <p:nvSpPr>
          <p:cNvPr id="26" name="Shape 24"/>
          <p:cNvSpPr/>
          <p:nvPr/>
        </p:nvSpPr>
        <p:spPr>
          <a:xfrm>
            <a:off x="274320" y="3255264"/>
            <a:ext cx="8595360" cy="713232"/>
          </a:xfrm>
          <a:prstGeom prst="rect">
            <a:avLst/>
          </a:prstGeom>
          <a:solidFill>
            <a:srgbClr val="FAFAFA"/>
          </a:solidFill>
          <a:ln w="12700">
            <a:solidFill>
              <a:srgbClr val="E8EEF5"/>
            </a:solidFill>
            <a:prstDash val="solid"/>
          </a:ln>
        </p:spPr>
      </p:sp>
      <p:sp>
        <p:nvSpPr>
          <p:cNvPr id="27" name="Shape 25"/>
          <p:cNvSpPr/>
          <p:nvPr/>
        </p:nvSpPr>
        <p:spPr>
          <a:xfrm>
            <a:off x="274320" y="3255264"/>
            <a:ext cx="54864" cy="713232"/>
          </a:xfrm>
          <a:prstGeom prst="rect">
            <a:avLst/>
          </a:prstGeom>
          <a:solidFill>
            <a:srgbClr val="C0392B"/>
          </a:solidFill>
          <a:ln w="12700">
            <a:solidFill>
              <a:srgbClr val="C0392B"/>
            </a:solidFill>
            <a:prstDash val="solid"/>
          </a:ln>
        </p:spPr>
      </p:sp>
      <p:sp>
        <p:nvSpPr>
          <p:cNvPr id="28" name="Text 26"/>
          <p:cNvSpPr/>
          <p:nvPr/>
        </p:nvSpPr>
        <p:spPr>
          <a:xfrm>
            <a:off x="438912" y="3300984"/>
            <a:ext cx="2560320" cy="256032"/>
          </a:xfrm>
          <a:prstGeom prst="rect">
            <a:avLst/>
          </a:prstGeom>
          <a:noFill/>
          <a:ln/>
        </p:spPr>
        <p:txBody>
          <a:bodyPr wrap="square" rtlCol="0" anchor="ctr"/>
          <a:lstStyle/>
          <a:p>
            <a:pPr indent="0" marL="0">
              <a:buNone/>
            </a:pPr>
            <a:r>
              <a:rPr lang="en-US" sz="1100" b="1" dirty="0">
                <a:solidFill>
                  <a:srgbClr val="0A1628"/>
                </a:solidFill>
              </a:rPr>
              <a:t>{{S06_RISK4_TITLE}}</a:t>
            </a:r>
            <a:endParaRPr lang="en-US" sz="1100" dirty="0"/>
          </a:p>
        </p:txBody>
      </p:sp>
      <p:sp>
        <p:nvSpPr>
          <p:cNvPr id="29" name="Text 27"/>
          <p:cNvSpPr/>
          <p:nvPr/>
        </p:nvSpPr>
        <p:spPr>
          <a:xfrm>
            <a:off x="438912" y="3602736"/>
            <a:ext cx="2560320" cy="292608"/>
          </a:xfrm>
          <a:prstGeom prst="rect">
            <a:avLst/>
          </a:prstGeom>
          <a:noFill/>
          <a:ln/>
        </p:spPr>
        <p:txBody>
          <a:bodyPr wrap="square" rtlCol="0" anchor="ctr"/>
          <a:lstStyle/>
          <a:p>
            <a:pPr indent="0" marL="0">
              <a:buNone/>
            </a:pPr>
            <a:r>
              <a:rPr lang="en-US" sz="900" dirty="0">
                <a:solidFill>
                  <a:srgbClr val="8899AA"/>
                </a:solidFill>
              </a:rPr>
              <a:t>{{S06_RISK4_DESC}}</a:t>
            </a:r>
            <a:endParaRPr lang="en-US" sz="900" dirty="0"/>
          </a:p>
        </p:txBody>
      </p:sp>
      <p:sp>
        <p:nvSpPr>
          <p:cNvPr id="30" name="Text 28"/>
          <p:cNvSpPr/>
          <p:nvPr/>
        </p:nvSpPr>
        <p:spPr>
          <a:xfrm>
            <a:off x="3127248" y="3438144"/>
            <a:ext cx="274320" cy="347472"/>
          </a:xfrm>
          <a:prstGeom prst="rect">
            <a:avLst/>
          </a:prstGeom>
          <a:noFill/>
          <a:ln/>
        </p:spPr>
        <p:txBody>
          <a:bodyPr wrap="square" rtlCol="0" anchor="ctr"/>
          <a:lstStyle/>
          <a:p>
            <a:pPr algn="ctr" indent="0" marL="0">
              <a:buNone/>
            </a:pPr>
            <a:r>
              <a:rPr lang="en-US" sz="1800" dirty="0">
                <a:solidFill>
                  <a:srgbClr val="C9A84C"/>
                </a:solidFill>
              </a:rPr>
              <a:t>→</a:t>
            </a:r>
            <a:endParaRPr lang="en-US" sz="1800" dirty="0"/>
          </a:p>
        </p:txBody>
      </p:sp>
      <p:sp>
        <p:nvSpPr>
          <p:cNvPr id="31" name="Shape 29"/>
          <p:cNvSpPr/>
          <p:nvPr/>
        </p:nvSpPr>
        <p:spPr>
          <a:xfrm>
            <a:off x="3456432" y="3300984"/>
            <a:ext cx="54864" cy="621792"/>
          </a:xfrm>
          <a:prstGeom prst="rect">
            <a:avLst/>
          </a:prstGeom>
          <a:solidFill>
            <a:srgbClr val="0E7C7B"/>
          </a:solidFill>
          <a:ln w="12700">
            <a:solidFill>
              <a:srgbClr val="0E7C7B"/>
            </a:solidFill>
            <a:prstDash val="solid"/>
          </a:ln>
        </p:spPr>
      </p:sp>
      <p:sp>
        <p:nvSpPr>
          <p:cNvPr id="32" name="Text 30"/>
          <p:cNvSpPr/>
          <p:nvPr/>
        </p:nvSpPr>
        <p:spPr>
          <a:xfrm>
            <a:off x="3621024" y="3328416"/>
            <a:ext cx="5074920" cy="548640"/>
          </a:xfrm>
          <a:prstGeom prst="rect">
            <a:avLst/>
          </a:prstGeom>
          <a:noFill/>
          <a:ln/>
        </p:spPr>
        <p:txBody>
          <a:bodyPr wrap="square" rtlCol="0" anchor="ctr"/>
          <a:lstStyle/>
          <a:p>
            <a:pPr indent="0" marL="0">
              <a:buNone/>
            </a:pPr>
            <a:r>
              <a:rPr lang="en-US" sz="950" dirty="0">
                <a:solidFill>
                  <a:srgbClr val="1A3567"/>
                </a:solidFill>
              </a:rPr>
              <a:t>{{S06_RISK4_MITIGANT}}</a:t>
            </a:r>
            <a:endParaRPr lang="en-US" sz="950" dirty="0"/>
          </a:p>
        </p:txBody>
      </p:sp>
      <p:sp>
        <p:nvSpPr>
          <p:cNvPr id="33" name="Shape 31"/>
          <p:cNvSpPr/>
          <p:nvPr/>
        </p:nvSpPr>
        <p:spPr>
          <a:xfrm>
            <a:off x="274320" y="4059936"/>
            <a:ext cx="8595360" cy="713232"/>
          </a:xfrm>
          <a:prstGeom prst="rect">
            <a:avLst/>
          </a:prstGeom>
          <a:solidFill>
            <a:srgbClr val="F0F4F8"/>
          </a:solidFill>
          <a:ln w="12700">
            <a:solidFill>
              <a:srgbClr val="E8EEF5"/>
            </a:solidFill>
            <a:prstDash val="solid"/>
          </a:ln>
        </p:spPr>
      </p:sp>
      <p:sp>
        <p:nvSpPr>
          <p:cNvPr id="34" name="Shape 32"/>
          <p:cNvSpPr/>
          <p:nvPr/>
        </p:nvSpPr>
        <p:spPr>
          <a:xfrm>
            <a:off x="274320" y="4059936"/>
            <a:ext cx="54864" cy="713232"/>
          </a:xfrm>
          <a:prstGeom prst="rect">
            <a:avLst/>
          </a:prstGeom>
          <a:solidFill>
            <a:srgbClr val="C0392B"/>
          </a:solidFill>
          <a:ln w="12700">
            <a:solidFill>
              <a:srgbClr val="C0392B"/>
            </a:solidFill>
            <a:prstDash val="solid"/>
          </a:ln>
        </p:spPr>
      </p:sp>
      <p:sp>
        <p:nvSpPr>
          <p:cNvPr id="35" name="Text 33"/>
          <p:cNvSpPr/>
          <p:nvPr/>
        </p:nvSpPr>
        <p:spPr>
          <a:xfrm>
            <a:off x="438912" y="4105656"/>
            <a:ext cx="2560320" cy="256032"/>
          </a:xfrm>
          <a:prstGeom prst="rect">
            <a:avLst/>
          </a:prstGeom>
          <a:noFill/>
          <a:ln/>
        </p:spPr>
        <p:txBody>
          <a:bodyPr wrap="square" rtlCol="0" anchor="ctr"/>
          <a:lstStyle/>
          <a:p>
            <a:pPr indent="0" marL="0">
              <a:buNone/>
            </a:pPr>
            <a:r>
              <a:rPr lang="en-US" sz="1100" b="1" dirty="0">
                <a:solidFill>
                  <a:srgbClr val="0A1628"/>
                </a:solidFill>
              </a:rPr>
              <a:t>{{S06_RISK5_TITLE}}</a:t>
            </a:r>
            <a:endParaRPr lang="en-US" sz="1100" dirty="0"/>
          </a:p>
        </p:txBody>
      </p:sp>
      <p:sp>
        <p:nvSpPr>
          <p:cNvPr id="36" name="Text 34"/>
          <p:cNvSpPr/>
          <p:nvPr/>
        </p:nvSpPr>
        <p:spPr>
          <a:xfrm>
            <a:off x="438912" y="4407408"/>
            <a:ext cx="2560320" cy="292608"/>
          </a:xfrm>
          <a:prstGeom prst="rect">
            <a:avLst/>
          </a:prstGeom>
          <a:noFill/>
          <a:ln/>
        </p:spPr>
        <p:txBody>
          <a:bodyPr wrap="square" rtlCol="0" anchor="ctr"/>
          <a:lstStyle/>
          <a:p>
            <a:pPr indent="0" marL="0">
              <a:buNone/>
            </a:pPr>
            <a:r>
              <a:rPr lang="en-US" sz="900" dirty="0">
                <a:solidFill>
                  <a:srgbClr val="8899AA"/>
                </a:solidFill>
              </a:rPr>
              <a:t>{{S06_RISK5_DESC}}</a:t>
            </a:r>
            <a:endParaRPr lang="en-US" sz="900" dirty="0"/>
          </a:p>
        </p:txBody>
      </p:sp>
      <p:sp>
        <p:nvSpPr>
          <p:cNvPr id="37" name="Text 35"/>
          <p:cNvSpPr/>
          <p:nvPr/>
        </p:nvSpPr>
        <p:spPr>
          <a:xfrm>
            <a:off x="3127248" y="4242816"/>
            <a:ext cx="274320" cy="347472"/>
          </a:xfrm>
          <a:prstGeom prst="rect">
            <a:avLst/>
          </a:prstGeom>
          <a:noFill/>
          <a:ln/>
        </p:spPr>
        <p:txBody>
          <a:bodyPr wrap="square" rtlCol="0" anchor="ctr"/>
          <a:lstStyle/>
          <a:p>
            <a:pPr algn="ctr" indent="0" marL="0">
              <a:buNone/>
            </a:pPr>
            <a:r>
              <a:rPr lang="en-US" sz="1800" dirty="0">
                <a:solidFill>
                  <a:srgbClr val="C9A84C"/>
                </a:solidFill>
              </a:rPr>
              <a:t>→</a:t>
            </a:r>
            <a:endParaRPr lang="en-US" sz="1800" dirty="0"/>
          </a:p>
        </p:txBody>
      </p:sp>
      <p:sp>
        <p:nvSpPr>
          <p:cNvPr id="38" name="Shape 36"/>
          <p:cNvSpPr/>
          <p:nvPr/>
        </p:nvSpPr>
        <p:spPr>
          <a:xfrm>
            <a:off x="3456432" y="4105656"/>
            <a:ext cx="54864" cy="621792"/>
          </a:xfrm>
          <a:prstGeom prst="rect">
            <a:avLst/>
          </a:prstGeom>
          <a:solidFill>
            <a:srgbClr val="0E7C7B"/>
          </a:solidFill>
          <a:ln w="12700">
            <a:solidFill>
              <a:srgbClr val="0E7C7B"/>
            </a:solidFill>
            <a:prstDash val="solid"/>
          </a:ln>
        </p:spPr>
      </p:sp>
      <p:sp>
        <p:nvSpPr>
          <p:cNvPr id="39" name="Text 37"/>
          <p:cNvSpPr/>
          <p:nvPr/>
        </p:nvSpPr>
        <p:spPr>
          <a:xfrm>
            <a:off x="3621024" y="4133088"/>
            <a:ext cx="5074920" cy="548640"/>
          </a:xfrm>
          <a:prstGeom prst="rect">
            <a:avLst/>
          </a:prstGeom>
          <a:noFill/>
          <a:ln/>
        </p:spPr>
        <p:txBody>
          <a:bodyPr wrap="square" rtlCol="0" anchor="ctr"/>
          <a:lstStyle/>
          <a:p>
            <a:pPr indent="0" marL="0">
              <a:buNone/>
            </a:pPr>
            <a:r>
              <a:rPr lang="en-US" sz="950" dirty="0">
                <a:solidFill>
                  <a:srgbClr val="1A3567"/>
                </a:solidFill>
              </a:rPr>
              <a:t>{{S06_RISK5_MITIGANT}}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{{SECTION_07_HEADER}}</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sp>
      <p:sp>
        <p:nvSpPr>
          <p:cNvPr id="5" name="Shape 3"/>
          <p:cNvSpPr/>
          <p:nvPr/>
        </p:nvSpPr>
        <p:spPr>
          <a:xfrm>
            <a:off x="274320" y="822960"/>
            <a:ext cx="8595360" cy="804672"/>
          </a:xfrm>
          <a:prstGeom prst="rect">
            <a:avLst/>
          </a:prstGeom>
          <a:solidFill>
            <a:srgbClr val="0A1628"/>
          </a:solidFill>
          <a:ln w="12700">
            <a:solidFill>
              <a:srgbClr val="0A1628"/>
            </a:solidFill>
            <a:prstDash val="solid"/>
          </a:ln>
        </p:spPr>
      </p:sp>
      <p:sp>
        <p:nvSpPr>
          <p:cNvPr id="6" name="Text 4"/>
          <p:cNvSpPr/>
          <p:nvPr/>
        </p:nvSpPr>
        <p:spPr>
          <a:xfrm>
            <a:off x="457200" y="914400"/>
            <a:ext cx="8229600" cy="594360"/>
          </a:xfrm>
          <a:prstGeom prst="rect">
            <a:avLst/>
          </a:prstGeom>
          <a:noFill/>
          <a:ln/>
        </p:spPr>
        <p:txBody>
          <a:bodyPr wrap="square" rtlCol="0" anchor="ctr"/>
          <a:lstStyle/>
          <a:p>
            <a:pPr algn="ctr" indent="0" marL="0">
              <a:buNone/>
            </a:pPr>
            <a:r>
              <a:rPr lang="en-US" sz="1400" b="1" dirty="0">
                <a:solidFill>
                  <a:srgbClr val="E8C96B"/>
                </a:solidFill>
              </a:rPr>
              <a:t>{{S07_TARGETS_BAR}}</a:t>
            </a:r>
            <a:endParaRPr lang="en-US" sz="1400" dirty="0"/>
          </a:p>
        </p:txBody>
      </p:sp>
      <p:sp>
        <p:nvSpPr>
          <p:cNvPr id="7" name="Shape 5"/>
          <p:cNvSpPr/>
          <p:nvPr/>
        </p:nvSpPr>
        <p:spPr>
          <a:xfrm>
            <a:off x="274320" y="1783080"/>
            <a:ext cx="4206240" cy="1389888"/>
          </a:xfrm>
          <a:prstGeom prst="rect">
            <a:avLst/>
          </a:prstGeom>
          <a:solidFill>
            <a:srgbClr val="FFFFFF"/>
          </a:solidFill>
          <a:ln w="12700">
            <a:solidFill>
              <a:srgbClr val="FFFFFF"/>
            </a:solidFill>
            <a:prstDash val="solid"/>
          </a:ln>
          <a:effectLst>
            <a:outerShdw sx="100000" sy="100000" kx="0" ky="0" algn="bl" rotWithShape="0" blurRad="76200" dist="25400" dir="8100000">
              <a:srgbClr val="000000">
                <a:alpha val="8000"/>
              </a:srgbClr>
            </a:outerShdw>
          </a:effectLst>
        </p:spPr>
      </p:sp>
      <p:pic>
        <p:nvPicPr>
          <p:cNvPr id="8" name="Image 0" descr="preencoded.png"/>
          <p:cNvPicPr>
            <a:picLocks noChangeAspect="1"/>
          </p:cNvPicPr>
          <p:nvPr/>
        </p:nvPicPr>
        <p:blipFill>
          <a:blip r:embed="rId1"/>
          <a:stretch>
            <a:fillRect/>
          </a:stretch>
        </p:blipFill>
        <p:spPr>
          <a:xfrm>
            <a:off x="438912" y="1892808"/>
            <a:ext cx="365760" cy="365760"/>
          </a:xfrm>
          <a:prstGeom prst="rect">
            <a:avLst/>
          </a:prstGeom>
        </p:spPr>
      </p:pic>
      <p:sp>
        <p:nvSpPr>
          <p:cNvPr id="9" name="Text 6"/>
          <p:cNvSpPr/>
          <p:nvPr/>
        </p:nvSpPr>
        <p:spPr>
          <a:xfrm>
            <a:off x="914400" y="1874520"/>
            <a:ext cx="3401568" cy="365760"/>
          </a:xfrm>
          <a:prstGeom prst="rect">
            <a:avLst/>
          </a:prstGeom>
          <a:noFill/>
          <a:ln/>
        </p:spPr>
        <p:txBody>
          <a:bodyPr wrap="square" rtlCol="0" anchor="ctr"/>
          <a:lstStyle/>
          <a:p>
            <a:pPr indent="0" marL="0">
              <a:buNone/>
            </a:pPr>
            <a:r>
              <a:rPr lang="en-US" sz="1100" b="1" dirty="0">
                <a:solidFill>
                  <a:srgbClr val="0A1628"/>
                </a:solidFill>
              </a:rPr>
              <a:t>{{S07_PILLAR1_TITLE}}</a:t>
            </a:r>
            <a:endParaRPr lang="en-US" sz="1100" dirty="0"/>
          </a:p>
        </p:txBody>
      </p:sp>
      <p:sp>
        <p:nvSpPr>
          <p:cNvPr id="10" name="Text 7"/>
          <p:cNvSpPr/>
          <p:nvPr/>
        </p:nvSpPr>
        <p:spPr>
          <a:xfrm>
            <a:off x="438912" y="2331720"/>
            <a:ext cx="3877056" cy="749808"/>
          </a:xfrm>
          <a:prstGeom prst="rect">
            <a:avLst/>
          </a:prstGeom>
          <a:noFill/>
          <a:ln/>
        </p:spPr>
        <p:txBody>
          <a:bodyPr wrap="square" rtlCol="0" anchor="ctr"/>
          <a:lstStyle/>
          <a:p>
            <a:pPr marL="342900" indent="-342900">
              <a:spcAft>
                <a:spcPts val="200"/>
              </a:spcAft>
              <a:buSzPct val="100000"/>
              <a:buChar char="•"/>
            </a:pPr>
            <a:r>
              <a:rPr lang="en-US" sz="950" dirty="0">
                <a:solidFill>
                  <a:srgbClr val="1A3567"/>
                </a:solidFill>
              </a:rPr>
              <a:t>{{S07_PILLAR1_BULLET1}}</a:t>
            </a:r>
            <a:endParaRPr lang="en-US" sz="950" dirty="0"/>
          </a:p>
          <a:p>
            <a:pPr marL="342900" indent="-342900">
              <a:spcAft>
                <a:spcPts val="200"/>
              </a:spcAft>
              <a:buSzPct val="100000"/>
              <a:buChar char="•"/>
            </a:pPr>
            <a:r>
              <a:rPr lang="en-US" sz="950" dirty="0">
                <a:solidFill>
                  <a:srgbClr val="1A3567"/>
                </a:solidFill>
              </a:rPr>
              <a:t>{{S07_PILLAR1_BULLET2}}</a:t>
            </a:r>
            <a:endParaRPr lang="en-US" sz="950" dirty="0"/>
          </a:p>
          <a:p>
            <a:pPr marL="342900" indent="-342900">
              <a:spcAft>
                <a:spcPts val="200"/>
              </a:spcAft>
              <a:buSzPct val="100000"/>
              <a:buChar char="•"/>
            </a:pPr>
            <a:r>
              <a:rPr lang="en-US" sz="950" dirty="0">
                <a:solidFill>
                  <a:srgbClr val="1A3567"/>
                </a:solidFill>
              </a:rPr>
              <a:t>{{S07_PILLAR1_BULLET3}}</a:t>
            </a:r>
            <a:endParaRPr lang="en-US" sz="950" dirty="0"/>
          </a:p>
        </p:txBody>
      </p:sp>
      <p:sp>
        <p:nvSpPr>
          <p:cNvPr id="11" name="Shape 8"/>
          <p:cNvSpPr/>
          <p:nvPr/>
        </p:nvSpPr>
        <p:spPr>
          <a:xfrm>
            <a:off x="4709160" y="1783080"/>
            <a:ext cx="4206240" cy="1389888"/>
          </a:xfrm>
          <a:prstGeom prst="rect">
            <a:avLst/>
          </a:prstGeom>
          <a:solidFill>
            <a:srgbClr val="FFFFFF"/>
          </a:solidFill>
          <a:ln w="12700">
            <a:solidFill>
              <a:srgbClr val="FFFFFF"/>
            </a:solidFill>
            <a:prstDash val="solid"/>
          </a:ln>
          <a:effectLst>
            <a:outerShdw sx="100000" sy="100000" kx="0" ky="0" algn="bl" rotWithShape="0" blurRad="76200" dist="25400" dir="8100000">
              <a:srgbClr val="000000">
                <a:alpha val="8000"/>
              </a:srgbClr>
            </a:outerShdw>
          </a:effectLst>
        </p:spPr>
      </p:sp>
      <p:pic>
        <p:nvPicPr>
          <p:cNvPr id="12" name="Image 1" descr="preencoded.png"/>
          <p:cNvPicPr>
            <a:picLocks noChangeAspect="1"/>
          </p:cNvPicPr>
          <p:nvPr/>
        </p:nvPicPr>
        <p:blipFill>
          <a:blip r:embed="rId2"/>
          <a:stretch>
            <a:fillRect/>
          </a:stretch>
        </p:blipFill>
        <p:spPr>
          <a:xfrm>
            <a:off x="4873752" y="1892808"/>
            <a:ext cx="365760" cy="365760"/>
          </a:xfrm>
          <a:prstGeom prst="rect">
            <a:avLst/>
          </a:prstGeom>
        </p:spPr>
      </p:pic>
      <p:sp>
        <p:nvSpPr>
          <p:cNvPr id="13" name="Text 9"/>
          <p:cNvSpPr/>
          <p:nvPr/>
        </p:nvSpPr>
        <p:spPr>
          <a:xfrm>
            <a:off x="5349240" y="1874520"/>
            <a:ext cx="3401568" cy="365760"/>
          </a:xfrm>
          <a:prstGeom prst="rect">
            <a:avLst/>
          </a:prstGeom>
          <a:noFill/>
          <a:ln/>
        </p:spPr>
        <p:txBody>
          <a:bodyPr wrap="square" rtlCol="0" anchor="ctr"/>
          <a:lstStyle/>
          <a:p>
            <a:pPr indent="0" marL="0">
              <a:buNone/>
            </a:pPr>
            <a:r>
              <a:rPr lang="en-US" sz="1100" b="1" dirty="0">
                <a:solidFill>
                  <a:srgbClr val="0A1628"/>
                </a:solidFill>
              </a:rPr>
              <a:t>{{S07_PILLAR2_TITLE}}</a:t>
            </a:r>
            <a:endParaRPr lang="en-US" sz="1100" dirty="0"/>
          </a:p>
        </p:txBody>
      </p:sp>
      <p:sp>
        <p:nvSpPr>
          <p:cNvPr id="14" name="Text 10"/>
          <p:cNvSpPr/>
          <p:nvPr/>
        </p:nvSpPr>
        <p:spPr>
          <a:xfrm>
            <a:off x="4873752" y="2331720"/>
            <a:ext cx="3877056" cy="749808"/>
          </a:xfrm>
          <a:prstGeom prst="rect">
            <a:avLst/>
          </a:prstGeom>
          <a:noFill/>
          <a:ln/>
        </p:spPr>
        <p:txBody>
          <a:bodyPr wrap="square" rtlCol="0" anchor="ctr"/>
          <a:lstStyle/>
          <a:p>
            <a:pPr marL="342900" indent="-342900">
              <a:spcAft>
                <a:spcPts val="200"/>
              </a:spcAft>
              <a:buSzPct val="100000"/>
              <a:buChar char="•"/>
            </a:pPr>
            <a:r>
              <a:rPr lang="en-US" sz="950" dirty="0">
                <a:solidFill>
                  <a:srgbClr val="1A3567"/>
                </a:solidFill>
              </a:rPr>
              <a:t>{{S07_PILLAR2_BULLET1}}</a:t>
            </a:r>
            <a:endParaRPr lang="en-US" sz="950" dirty="0"/>
          </a:p>
          <a:p>
            <a:pPr marL="342900" indent="-342900">
              <a:spcAft>
                <a:spcPts val="200"/>
              </a:spcAft>
              <a:buSzPct val="100000"/>
              <a:buChar char="•"/>
            </a:pPr>
            <a:r>
              <a:rPr lang="en-US" sz="950" dirty="0">
                <a:solidFill>
                  <a:srgbClr val="1A3567"/>
                </a:solidFill>
              </a:rPr>
              <a:t>{{S07_PILLAR2_BULLET2}}</a:t>
            </a:r>
            <a:endParaRPr lang="en-US" sz="950" dirty="0"/>
          </a:p>
          <a:p>
            <a:pPr marL="342900" indent="-342900">
              <a:spcAft>
                <a:spcPts val="200"/>
              </a:spcAft>
              <a:buSzPct val="100000"/>
              <a:buChar char="•"/>
            </a:pPr>
            <a:r>
              <a:rPr lang="en-US" sz="950" dirty="0">
                <a:solidFill>
                  <a:srgbClr val="1A3567"/>
                </a:solidFill>
              </a:rPr>
              <a:t>{{S07_PILLAR2_BULLET3}}</a:t>
            </a:r>
            <a:endParaRPr lang="en-US" sz="950" dirty="0"/>
          </a:p>
        </p:txBody>
      </p:sp>
      <p:sp>
        <p:nvSpPr>
          <p:cNvPr id="15" name="Shape 11"/>
          <p:cNvSpPr/>
          <p:nvPr/>
        </p:nvSpPr>
        <p:spPr>
          <a:xfrm>
            <a:off x="274320" y="3319272"/>
            <a:ext cx="4206240" cy="1389888"/>
          </a:xfrm>
          <a:prstGeom prst="rect">
            <a:avLst/>
          </a:prstGeom>
          <a:solidFill>
            <a:srgbClr val="FFFFFF"/>
          </a:solidFill>
          <a:ln w="12700">
            <a:solidFill>
              <a:srgbClr val="FFFFFF"/>
            </a:solidFill>
            <a:prstDash val="solid"/>
          </a:ln>
          <a:effectLst>
            <a:outerShdw sx="100000" sy="100000" kx="0" ky="0" algn="bl" rotWithShape="0" blurRad="76200" dist="25400" dir="8100000">
              <a:srgbClr val="000000">
                <a:alpha val="8000"/>
              </a:srgbClr>
            </a:outerShdw>
          </a:effectLst>
        </p:spPr>
      </p:sp>
      <p:pic>
        <p:nvPicPr>
          <p:cNvPr id="16" name="Image 2" descr="preencoded.png"/>
          <p:cNvPicPr>
            <a:picLocks noChangeAspect="1"/>
          </p:cNvPicPr>
          <p:nvPr/>
        </p:nvPicPr>
        <p:blipFill>
          <a:blip r:embed="rId3"/>
          <a:stretch>
            <a:fillRect/>
          </a:stretch>
        </p:blipFill>
        <p:spPr>
          <a:xfrm>
            <a:off x="438912" y="3429000"/>
            <a:ext cx="365760" cy="365760"/>
          </a:xfrm>
          <a:prstGeom prst="rect">
            <a:avLst/>
          </a:prstGeom>
        </p:spPr>
      </p:pic>
      <p:sp>
        <p:nvSpPr>
          <p:cNvPr id="17" name="Text 12"/>
          <p:cNvSpPr/>
          <p:nvPr/>
        </p:nvSpPr>
        <p:spPr>
          <a:xfrm>
            <a:off x="914400" y="3410712"/>
            <a:ext cx="3401568" cy="365760"/>
          </a:xfrm>
          <a:prstGeom prst="rect">
            <a:avLst/>
          </a:prstGeom>
          <a:noFill/>
          <a:ln/>
        </p:spPr>
        <p:txBody>
          <a:bodyPr wrap="square" rtlCol="0" anchor="ctr"/>
          <a:lstStyle/>
          <a:p>
            <a:pPr indent="0" marL="0">
              <a:buNone/>
            </a:pPr>
            <a:r>
              <a:rPr lang="en-US" sz="1100" b="1" dirty="0">
                <a:solidFill>
                  <a:srgbClr val="0A1628"/>
                </a:solidFill>
              </a:rPr>
              <a:t>{{S07_PILLAR3_TITLE}}</a:t>
            </a:r>
            <a:endParaRPr lang="en-US" sz="1100" dirty="0"/>
          </a:p>
        </p:txBody>
      </p:sp>
      <p:sp>
        <p:nvSpPr>
          <p:cNvPr id="18" name="Text 13"/>
          <p:cNvSpPr/>
          <p:nvPr/>
        </p:nvSpPr>
        <p:spPr>
          <a:xfrm>
            <a:off x="438912" y="3867912"/>
            <a:ext cx="3877056" cy="749808"/>
          </a:xfrm>
          <a:prstGeom prst="rect">
            <a:avLst/>
          </a:prstGeom>
          <a:noFill/>
          <a:ln/>
        </p:spPr>
        <p:txBody>
          <a:bodyPr wrap="square" rtlCol="0" anchor="ctr"/>
          <a:lstStyle/>
          <a:p>
            <a:pPr marL="342900" indent="-342900">
              <a:spcAft>
                <a:spcPts val="200"/>
              </a:spcAft>
              <a:buSzPct val="100000"/>
              <a:buChar char="•"/>
            </a:pPr>
            <a:r>
              <a:rPr lang="en-US" sz="950" dirty="0">
                <a:solidFill>
                  <a:srgbClr val="1A3567"/>
                </a:solidFill>
              </a:rPr>
              <a:t>{{S07_PILLAR3_BULLET1}}</a:t>
            </a:r>
            <a:endParaRPr lang="en-US" sz="950" dirty="0"/>
          </a:p>
          <a:p>
            <a:pPr marL="342900" indent="-342900">
              <a:spcAft>
                <a:spcPts val="200"/>
              </a:spcAft>
              <a:buSzPct val="100000"/>
              <a:buChar char="•"/>
            </a:pPr>
            <a:r>
              <a:rPr lang="en-US" sz="950" dirty="0">
                <a:solidFill>
                  <a:srgbClr val="1A3567"/>
                </a:solidFill>
              </a:rPr>
              <a:t>{{S07_PILLAR3_BULLET2}}</a:t>
            </a:r>
            <a:endParaRPr lang="en-US" sz="950" dirty="0"/>
          </a:p>
          <a:p>
            <a:pPr marL="342900" indent="-342900">
              <a:spcAft>
                <a:spcPts val="200"/>
              </a:spcAft>
              <a:buSzPct val="100000"/>
              <a:buChar char="•"/>
            </a:pPr>
            <a:r>
              <a:rPr lang="en-US" sz="950" dirty="0">
                <a:solidFill>
                  <a:srgbClr val="1A3567"/>
                </a:solidFill>
              </a:rPr>
              <a:t>{{S07_PILLAR3_BULLET3}}</a:t>
            </a:r>
            <a:endParaRPr lang="en-US" sz="950" dirty="0"/>
          </a:p>
        </p:txBody>
      </p:sp>
      <p:sp>
        <p:nvSpPr>
          <p:cNvPr id="19" name="Shape 14"/>
          <p:cNvSpPr/>
          <p:nvPr/>
        </p:nvSpPr>
        <p:spPr>
          <a:xfrm>
            <a:off x="4709160" y="3319272"/>
            <a:ext cx="4206240" cy="1389888"/>
          </a:xfrm>
          <a:prstGeom prst="rect">
            <a:avLst/>
          </a:prstGeom>
          <a:solidFill>
            <a:srgbClr val="FFFFFF"/>
          </a:solidFill>
          <a:ln w="12700">
            <a:solidFill>
              <a:srgbClr val="FFFFFF"/>
            </a:solidFill>
            <a:prstDash val="solid"/>
          </a:ln>
          <a:effectLst>
            <a:outerShdw sx="100000" sy="100000" kx="0" ky="0" algn="bl" rotWithShape="0" blurRad="76200" dist="25400" dir="8100000">
              <a:srgbClr val="000000">
                <a:alpha val="8000"/>
              </a:srgbClr>
            </a:outerShdw>
          </a:effectLst>
        </p:spPr>
      </p:sp>
      <p:pic>
        <p:nvPicPr>
          <p:cNvPr id="20" name="Image 3" descr="preencoded.png"/>
          <p:cNvPicPr>
            <a:picLocks noChangeAspect="1"/>
          </p:cNvPicPr>
          <p:nvPr/>
        </p:nvPicPr>
        <p:blipFill>
          <a:blip r:embed="rId4"/>
          <a:stretch>
            <a:fillRect/>
          </a:stretch>
        </p:blipFill>
        <p:spPr>
          <a:xfrm>
            <a:off x="4873752" y="3429000"/>
            <a:ext cx="365760" cy="365760"/>
          </a:xfrm>
          <a:prstGeom prst="rect">
            <a:avLst/>
          </a:prstGeom>
        </p:spPr>
      </p:pic>
      <p:sp>
        <p:nvSpPr>
          <p:cNvPr id="21" name="Text 15"/>
          <p:cNvSpPr/>
          <p:nvPr/>
        </p:nvSpPr>
        <p:spPr>
          <a:xfrm>
            <a:off x="5349240" y="3410712"/>
            <a:ext cx="3401568" cy="365760"/>
          </a:xfrm>
          <a:prstGeom prst="rect">
            <a:avLst/>
          </a:prstGeom>
          <a:noFill/>
          <a:ln/>
        </p:spPr>
        <p:txBody>
          <a:bodyPr wrap="square" rtlCol="0" anchor="ctr"/>
          <a:lstStyle/>
          <a:p>
            <a:pPr indent="0" marL="0">
              <a:buNone/>
            </a:pPr>
            <a:r>
              <a:rPr lang="en-US" sz="1100" b="1" dirty="0">
                <a:solidFill>
                  <a:srgbClr val="0A1628"/>
                </a:solidFill>
              </a:rPr>
              <a:t>{{S07_PILLAR4_TITLE}}</a:t>
            </a:r>
            <a:endParaRPr lang="en-US" sz="1100" dirty="0"/>
          </a:p>
        </p:txBody>
      </p:sp>
      <p:sp>
        <p:nvSpPr>
          <p:cNvPr id="22" name="Text 16"/>
          <p:cNvSpPr/>
          <p:nvPr/>
        </p:nvSpPr>
        <p:spPr>
          <a:xfrm>
            <a:off x="4873752" y="3867912"/>
            <a:ext cx="3877056" cy="749808"/>
          </a:xfrm>
          <a:prstGeom prst="rect">
            <a:avLst/>
          </a:prstGeom>
          <a:noFill/>
          <a:ln/>
        </p:spPr>
        <p:txBody>
          <a:bodyPr wrap="square" rtlCol="0" anchor="ctr"/>
          <a:lstStyle/>
          <a:p>
            <a:pPr marL="342900" indent="-342900">
              <a:spcAft>
                <a:spcPts val="200"/>
              </a:spcAft>
              <a:buSzPct val="100000"/>
              <a:buChar char="•"/>
            </a:pPr>
            <a:r>
              <a:rPr lang="en-US" sz="950" dirty="0">
                <a:solidFill>
                  <a:srgbClr val="1A3567"/>
                </a:solidFill>
              </a:rPr>
              <a:t>{{S07_PILLAR4_BULLET1}}</a:t>
            </a:r>
            <a:endParaRPr lang="en-US" sz="950" dirty="0"/>
          </a:p>
          <a:p>
            <a:pPr marL="342900" indent="-342900">
              <a:spcAft>
                <a:spcPts val="200"/>
              </a:spcAft>
              <a:buSzPct val="100000"/>
              <a:buChar char="•"/>
            </a:pPr>
            <a:r>
              <a:rPr lang="en-US" sz="950" dirty="0">
                <a:solidFill>
                  <a:srgbClr val="1A3567"/>
                </a:solidFill>
              </a:rPr>
              <a:t>{{S07_PILLAR4_BULLET2}}</a:t>
            </a:r>
            <a:endParaRPr lang="en-US" sz="950" dirty="0"/>
          </a:p>
          <a:p>
            <a:pPr marL="342900" indent="-342900">
              <a:spcAft>
                <a:spcPts val="200"/>
              </a:spcAft>
              <a:buSzPct val="100000"/>
              <a:buChar char="•"/>
            </a:pPr>
            <a:r>
              <a:rPr lang="en-US" sz="950" dirty="0">
                <a:solidFill>
                  <a:srgbClr val="1A3567"/>
                </a:solidFill>
              </a:rPr>
              <a:t>{{S07_PILLAR4_BULLET3}}</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D2147"/>
          </a:solidFill>
          <a:ln w="12700">
            <a:solidFill>
              <a:srgbClr val="0D2147"/>
            </a:solidFill>
            <a:prstDash val="solid"/>
          </a:ln>
        </p:spPr>
      </p:sp>
      <p:sp>
        <p:nvSpPr>
          <p:cNvPr id="3" name="Text 1"/>
          <p:cNvSpPr/>
          <p:nvPr/>
        </p:nvSpPr>
        <p:spPr>
          <a:xfrm>
            <a:off x="365760" y="91440"/>
            <a:ext cx="8412480" cy="475488"/>
          </a:xfrm>
          <a:prstGeom prst="rect">
            <a:avLst/>
          </a:prstGeom>
          <a:noFill/>
          <a:ln/>
        </p:spPr>
        <p:txBody>
          <a:bodyPr wrap="square"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{{SECTION_08_HEADER}}</a:t>
            </a:r>
            <a:endParaRPr lang="en-US" sz="1800" dirty="0"/>
          </a:p>
        </p:txBody>
      </p:sp>
      <p:sp>
        <p:nvSpPr>
          <p:cNvPr id="4" name="Shape 2"/>
          <p:cNvSpPr/>
          <p:nvPr/>
        </p:nvSpPr>
        <p:spPr>
          <a:xfrm>
            <a:off x="0" y="658368"/>
            <a:ext cx="9144000" cy="54864"/>
          </a:xfrm>
          <a:prstGeom prst="rect">
            <a:avLst/>
          </a:prstGeom>
          <a:solidFill>
            <a:srgbClr val="C9A84C"/>
          </a:solidFill>
          <a:ln w="12700">
            <a:solidFill>
              <a:srgbClr val="C9A84C"/>
            </a:solidFill>
            <a:prstDash val="solid"/>
          </a:ln>
        </p:spPr>
      </p:sp>
      <p:sp>
        <p:nvSpPr>
          <p:cNvPr id="5" name="Shape 3"/>
          <p:cNvSpPr/>
          <p:nvPr/>
        </p:nvSpPr>
        <p:spPr>
          <a:xfrm>
            <a:off x="274320" y="822960"/>
            <a:ext cx="4023360" cy="2148840"/>
          </a:xfrm>
          <a:prstGeom prst="rect">
            <a:avLst/>
          </a:prstGeom>
          <a:solidFill>
            <a:srgbClr val="0A1628"/>
          </a:solidFill>
          <a:ln w="12700">
            <a:solidFill>
              <a:srgbClr val="0A1628"/>
            </a:solidFill>
            <a:prstDash val="solid"/>
          </a:ln>
        </p:spPr>
      </p:sp>
      <p:sp>
        <p:nvSpPr>
          <p:cNvPr id="6" name="Text 4"/>
          <p:cNvSpPr/>
          <p:nvPr/>
        </p:nvSpPr>
        <p:spPr>
          <a:xfrm>
            <a:off x="457200" y="896112"/>
            <a:ext cx="3657600" cy="292608"/>
          </a:xfrm>
          <a:prstGeom prst="rect">
            <a:avLst/>
          </a:prstGeom>
          <a:noFill/>
          <a:ln/>
        </p:spPr>
        <p:txBody>
          <a:bodyPr wrap="square" rtlCol="0" anchor="ctr"/>
          <a:lstStyle/>
          <a:p>
            <a:pPr indent="0" marL="0">
              <a:buNone/>
            </a:pPr>
            <a:r>
              <a:rPr lang="en-US" sz="1200" b="1" dirty="0">
                <a:solidFill>
                  <a:srgbClr val="E8C96B"/>
                </a:solidFill>
              </a:rPr>
              <a:t>{{S08_LEFT_TITLE}}</a:t>
            </a:r>
            <a:endParaRPr lang="en-US" sz="1200" dirty="0"/>
          </a:p>
        </p:txBody>
      </p:sp>
      <p:sp>
        <p:nvSpPr>
          <p:cNvPr id="7" name="Text 5"/>
          <p:cNvSpPr/>
          <p:nvPr/>
        </p:nvSpPr>
        <p:spPr>
          <a:xfrm>
            <a:off x="457200" y="1243584"/>
            <a:ext cx="2560320" cy="237744"/>
          </a:xfrm>
          <a:prstGeom prst="rect">
            <a:avLst/>
          </a:prstGeom>
          <a:noFill/>
          <a:ln/>
        </p:spPr>
        <p:txBody>
          <a:bodyPr wrap="square" rtlCol="0" anchor="ctr"/>
          <a:lstStyle/>
          <a:p>
            <a:pPr indent="0" marL="0">
              <a:buNone/>
            </a:pPr>
            <a:r>
              <a:rPr lang="en-US" sz="950" dirty="0">
                <a:solidFill>
                  <a:srgbClr val="8899AA"/>
                </a:solidFill>
              </a:rPr>
              <a:t>{{S08_METRIC1_LABEL}}</a:t>
            </a:r>
            <a:endParaRPr lang="en-US" sz="950" dirty="0"/>
          </a:p>
        </p:txBody>
      </p:sp>
      <p:sp>
        <p:nvSpPr>
          <p:cNvPr id="8" name="Text 6"/>
          <p:cNvSpPr/>
          <p:nvPr/>
        </p:nvSpPr>
        <p:spPr>
          <a:xfrm>
            <a:off x="3017520" y="1243584"/>
            <a:ext cx="1143000" cy="237744"/>
          </a:xfrm>
          <a:prstGeom prst="rect">
            <a:avLst/>
          </a:prstGeom>
          <a:noFill/>
          <a:ln/>
        </p:spPr>
        <p:txBody>
          <a:bodyPr wrap="square" rtlCol="0" anchor="ctr"/>
          <a:lstStyle/>
          <a:p>
            <a:pPr algn="r" indent="0" marL="0">
              <a:buNone/>
            </a:pPr>
            <a:r>
              <a:rPr lang="en-US" sz="1100" b="1" dirty="0">
                <a:solidFill>
                  <a:srgbClr val="E8C96B"/>
                </a:solidFill>
              </a:rPr>
              <a:t>{{S08_METRIC1_VALUE}}</a:t>
            </a:r>
            <a:endParaRPr lang="en-US" sz="1100" dirty="0"/>
          </a:p>
        </p:txBody>
      </p:sp>
      <p:sp>
        <p:nvSpPr>
          <p:cNvPr id="9" name="Text 7"/>
          <p:cNvSpPr/>
          <p:nvPr/>
        </p:nvSpPr>
        <p:spPr>
          <a:xfrm>
            <a:off x="457200" y="1517904"/>
            <a:ext cx="2560320" cy="237744"/>
          </a:xfrm>
          <a:prstGeom prst="rect">
            <a:avLst/>
          </a:prstGeom>
          <a:noFill/>
          <a:ln/>
        </p:spPr>
        <p:txBody>
          <a:bodyPr wrap="square" rtlCol="0" anchor="ctr"/>
          <a:lstStyle/>
          <a:p>
            <a:pPr indent="0" marL="0">
              <a:buNone/>
            </a:pPr>
            <a:r>
              <a:rPr lang="en-US" sz="950" dirty="0">
                <a:solidFill>
                  <a:srgbClr val="8899AA"/>
                </a:solidFill>
              </a:rPr>
              <a:t>{{S08_METRIC2_LABEL}}</a:t>
            </a:r>
            <a:endParaRPr lang="en-US" sz="950" dirty="0"/>
          </a:p>
        </p:txBody>
      </p:sp>
      <p:sp>
        <p:nvSpPr>
          <p:cNvPr id="10" name="Text 8"/>
          <p:cNvSpPr/>
          <p:nvPr/>
        </p:nvSpPr>
        <p:spPr>
          <a:xfrm>
            <a:off x="3017520" y="1517904"/>
            <a:ext cx="1143000" cy="237744"/>
          </a:xfrm>
          <a:prstGeom prst="rect">
            <a:avLst/>
          </a:prstGeom>
          <a:noFill/>
          <a:ln/>
        </p:spPr>
        <p:txBody>
          <a:bodyPr wrap="square" rtlCol="0" anchor="ctr"/>
          <a:lstStyle/>
          <a:p>
            <a:pPr algn="r" indent="0" marL="0">
              <a:buNone/>
            </a:pPr>
            <a:r>
              <a:rPr lang="en-US" sz="1100" b="1" dirty="0">
                <a:solidFill>
                  <a:srgbClr val="E8C96B"/>
                </a:solidFill>
              </a:rPr>
              <a:t>{{S08_METRIC2_VALUE}}</a:t>
            </a:r>
            <a:endParaRPr lang="en-US" sz="1100" dirty="0"/>
          </a:p>
        </p:txBody>
      </p:sp>
      <p:sp>
        <p:nvSpPr>
          <p:cNvPr id="11" name="Text 9"/>
          <p:cNvSpPr/>
          <p:nvPr/>
        </p:nvSpPr>
        <p:spPr>
          <a:xfrm>
            <a:off x="457200" y="1792224"/>
            <a:ext cx="2560320" cy="237744"/>
          </a:xfrm>
          <a:prstGeom prst="rect">
            <a:avLst/>
          </a:prstGeom>
          <a:noFill/>
          <a:ln/>
        </p:spPr>
        <p:txBody>
          <a:bodyPr wrap="square" rtlCol="0" anchor="ctr"/>
          <a:lstStyle/>
          <a:p>
            <a:pPr indent="0" marL="0">
              <a:buNone/>
            </a:pPr>
            <a:r>
              <a:rPr lang="en-US" sz="950" dirty="0">
                <a:solidFill>
                  <a:srgbClr val="8899AA"/>
                </a:solidFill>
              </a:rPr>
              <a:t>{{S08_METRIC3_LABEL}}</a:t>
            </a:r>
            <a:endParaRPr lang="en-US" sz="950" dirty="0"/>
          </a:p>
        </p:txBody>
      </p:sp>
      <p:sp>
        <p:nvSpPr>
          <p:cNvPr id="12" name="Text 10"/>
          <p:cNvSpPr/>
          <p:nvPr/>
        </p:nvSpPr>
        <p:spPr>
          <a:xfrm>
            <a:off x="3017520" y="1792224"/>
            <a:ext cx="1143000" cy="237744"/>
          </a:xfrm>
          <a:prstGeom prst="rect">
            <a:avLst/>
          </a:prstGeom>
          <a:noFill/>
          <a:ln/>
        </p:spPr>
        <p:txBody>
          <a:bodyPr wrap="square" rtlCol="0" anchor="ctr"/>
          <a:lstStyle/>
          <a:p>
            <a:pPr algn="r" indent="0" marL="0">
              <a:buNone/>
            </a:pPr>
            <a:r>
              <a:rPr lang="en-US" sz="1100" b="1" dirty="0">
                <a:solidFill>
                  <a:srgbClr val="E8C96B"/>
                </a:solidFill>
              </a:rPr>
              <a:t>{{S08_METRIC3_VALUE}}</a:t>
            </a:r>
            <a:endParaRPr lang="en-US" sz="1100" dirty="0"/>
          </a:p>
        </p:txBody>
      </p:sp>
      <p:sp>
        <p:nvSpPr>
          <p:cNvPr id="13" name="Text 11"/>
          <p:cNvSpPr/>
          <p:nvPr/>
        </p:nvSpPr>
        <p:spPr>
          <a:xfrm>
            <a:off x="457200" y="2066544"/>
            <a:ext cx="2560320" cy="237744"/>
          </a:xfrm>
          <a:prstGeom prst="rect">
            <a:avLst/>
          </a:prstGeom>
          <a:noFill/>
          <a:ln/>
        </p:spPr>
        <p:txBody>
          <a:bodyPr wrap="square" rtlCol="0" anchor="ctr"/>
          <a:lstStyle/>
          <a:p>
            <a:pPr indent="0" marL="0">
              <a:buNone/>
            </a:pPr>
            <a:r>
              <a:rPr lang="en-US" sz="950" dirty="0">
                <a:solidFill>
                  <a:srgbClr val="8899AA"/>
                </a:solidFill>
              </a:rPr>
              <a:t>{{S08_METRIC4_LABEL}}</a:t>
            </a:r>
            <a:endParaRPr lang="en-US" sz="950" dirty="0"/>
          </a:p>
        </p:txBody>
      </p:sp>
      <p:sp>
        <p:nvSpPr>
          <p:cNvPr id="14" name="Text 12"/>
          <p:cNvSpPr/>
          <p:nvPr/>
        </p:nvSpPr>
        <p:spPr>
          <a:xfrm>
            <a:off x="3017520" y="2066544"/>
            <a:ext cx="1143000" cy="237744"/>
          </a:xfrm>
          <a:prstGeom prst="rect">
            <a:avLst/>
          </a:prstGeom>
          <a:noFill/>
          <a:ln/>
        </p:spPr>
        <p:txBody>
          <a:bodyPr wrap="square" rtlCol="0" anchor="ctr"/>
          <a:lstStyle/>
          <a:p>
            <a:pPr algn="r" indent="0" marL="0">
              <a:buNone/>
            </a:pPr>
            <a:r>
              <a:rPr lang="en-US" sz="1100" b="1" dirty="0">
                <a:solidFill>
                  <a:srgbClr val="E8C96B"/>
                </a:solidFill>
              </a:rPr>
              <a:t>{{S08_METRIC4_VALUE}}</a:t>
            </a:r>
            <a:endParaRPr lang="en-US" sz="1100" dirty="0"/>
          </a:p>
        </p:txBody>
      </p:sp>
      <p:sp>
        <p:nvSpPr>
          <p:cNvPr id="15" name="Text 13"/>
          <p:cNvSpPr/>
          <p:nvPr/>
        </p:nvSpPr>
        <p:spPr>
          <a:xfrm>
            <a:off x="457200" y="2340864"/>
            <a:ext cx="2560320" cy="237744"/>
          </a:xfrm>
          <a:prstGeom prst="rect">
            <a:avLst/>
          </a:prstGeom>
          <a:noFill/>
          <a:ln/>
        </p:spPr>
        <p:txBody>
          <a:bodyPr wrap="square" rtlCol="0" anchor="ctr"/>
          <a:lstStyle/>
          <a:p>
            <a:pPr indent="0" marL="0">
              <a:buNone/>
            </a:pPr>
            <a:r>
              <a:rPr lang="en-US" sz="950" dirty="0">
                <a:solidFill>
                  <a:srgbClr val="8899AA"/>
                </a:solidFill>
              </a:rPr>
              <a:t>{{S08_METRIC5_LABEL}}</a:t>
            </a:r>
            <a:endParaRPr lang="en-US" sz="950" dirty="0"/>
          </a:p>
        </p:txBody>
      </p:sp>
      <p:sp>
        <p:nvSpPr>
          <p:cNvPr id="16" name="Text 14"/>
          <p:cNvSpPr/>
          <p:nvPr/>
        </p:nvSpPr>
        <p:spPr>
          <a:xfrm>
            <a:off x="3017520" y="2340864"/>
            <a:ext cx="1143000" cy="237744"/>
          </a:xfrm>
          <a:prstGeom prst="rect">
            <a:avLst/>
          </a:prstGeom>
          <a:noFill/>
          <a:ln/>
        </p:spPr>
        <p:txBody>
          <a:bodyPr wrap="square" rtlCol="0" anchor="ctr"/>
          <a:lstStyle/>
          <a:p>
            <a:pPr algn="r" indent="0" marL="0">
              <a:buNone/>
            </a:pPr>
            <a:r>
              <a:rPr lang="en-US" sz="1100" b="1" dirty="0">
                <a:solidFill>
                  <a:srgbClr val="E8C96B"/>
                </a:solidFill>
              </a:rPr>
              <a:t>{{S08_METRIC5_VALUE}}</a:t>
            </a:r>
            <a:endParaRPr lang="en-US" sz="1100" dirty="0"/>
          </a:p>
        </p:txBody>
      </p:sp>
      <p:sp>
        <p:nvSpPr>
          <p:cNvPr id="17" name="Text 15"/>
          <p:cNvSpPr/>
          <p:nvPr/>
        </p:nvSpPr>
        <p:spPr>
          <a:xfrm>
            <a:off x="457200" y="2615184"/>
            <a:ext cx="2560320" cy="237744"/>
          </a:xfrm>
          <a:prstGeom prst="rect">
            <a:avLst/>
          </a:prstGeom>
          <a:noFill/>
          <a:ln/>
        </p:spPr>
        <p:txBody>
          <a:bodyPr wrap="square" rtlCol="0" anchor="ctr"/>
          <a:lstStyle/>
          <a:p>
            <a:pPr indent="0" marL="0">
              <a:buNone/>
            </a:pPr>
            <a:r>
              <a:rPr lang="en-US" sz="950" dirty="0">
                <a:solidFill>
                  <a:srgbClr val="8899AA"/>
                </a:solidFill>
              </a:rPr>
              <a:t>{{S08_METRIC6_LABEL}}</a:t>
            </a:r>
            <a:endParaRPr lang="en-US" sz="950" dirty="0"/>
          </a:p>
        </p:txBody>
      </p:sp>
      <p:sp>
        <p:nvSpPr>
          <p:cNvPr id="18" name="Text 16"/>
          <p:cNvSpPr/>
          <p:nvPr/>
        </p:nvSpPr>
        <p:spPr>
          <a:xfrm>
            <a:off x="3017520" y="2615184"/>
            <a:ext cx="1143000" cy="237744"/>
          </a:xfrm>
          <a:prstGeom prst="rect">
            <a:avLst/>
          </a:prstGeom>
          <a:noFill/>
          <a:ln/>
        </p:spPr>
        <p:txBody>
          <a:bodyPr wrap="square" rtlCol="0" anchor="ctr"/>
          <a:lstStyle/>
          <a:p>
            <a:pPr algn="r" indent="0" marL="0">
              <a:buNone/>
            </a:pPr>
            <a:r>
              <a:rPr lang="en-US" sz="1100" b="1" dirty="0">
                <a:solidFill>
                  <a:srgbClr val="E8C96B"/>
                </a:solidFill>
              </a:rPr>
              <a:t>{{S08_METRIC6_VALUE}}</a:t>
            </a:r>
            <a:endParaRPr lang="en-US" sz="1100" dirty="0"/>
          </a:p>
        </p:txBody>
      </p:sp>
      <p:sp>
        <p:nvSpPr>
          <p:cNvPr id="19" name="Shape 17"/>
          <p:cNvSpPr/>
          <p:nvPr/>
        </p:nvSpPr>
        <p:spPr>
          <a:xfrm>
            <a:off x="4572000" y="822960"/>
            <a:ext cx="4297680" cy="2148840"/>
          </a:xfrm>
          <a:prstGeom prst="rect">
            <a:avLst/>
          </a:prstGeom>
          <a:solidFill>
            <a:srgbClr val="F0F4F8"/>
          </a:solidFill>
          <a:ln w="12700">
            <a:solidFill>
              <a:srgbClr val="F0F4F8"/>
            </a:solidFill>
            <a:prstDash val="solid"/>
          </a:ln>
        </p:spPr>
      </p:sp>
      <p:sp>
        <p:nvSpPr>
          <p:cNvPr id="20" name="Text 18"/>
          <p:cNvSpPr/>
          <p:nvPr/>
        </p:nvSpPr>
        <p:spPr>
          <a:xfrm>
            <a:off x="4709160" y="896112"/>
            <a:ext cx="3931920" cy="292608"/>
          </a:xfrm>
          <a:prstGeom prst="rect">
            <a:avLst/>
          </a:prstGeom>
          <a:noFill/>
          <a:ln/>
        </p:spPr>
        <p:txBody>
          <a:bodyPr wrap="square" rtlCol="0" anchor="ctr"/>
          <a:lstStyle/>
          <a:p>
            <a:pPr indent="0" marL="0">
              <a:buNone/>
            </a:pPr>
            <a:r>
              <a:rPr lang="en-US" sz="1200" b="1" dirty="0">
                <a:solidFill>
                  <a:srgbClr val="0A1628"/>
                </a:solidFill>
              </a:rPr>
              <a:t>{{S08_TABLE_TITLE}}</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0" y="1207008"/>
          <a:ext cx="4297680" cy="1691640"/>
        </p:xfrm>
        <a:graphic>
          <a:graphicData uri="http://schemas.openxmlformats.org/drawingml/2006/table">
            <a:tbl>
              <a:tblPr/>
              <a:tblGrid>
                <a:gridCol w="1417320"/>
                <a:gridCol w="640080"/>
                <a:gridCol w="594360"/>
                <a:gridCol w="594360"/>
                <a:gridCol w="1051560"/>
              </a:tblGrid>
              <a:tr h="338328">
                <a:tc>
                  <a:txBody>
                    <a:bodyPr/>
                    <a:lstStyle/>
                    <a:p>
                      <a:pPr algn="l" indent="0" marL="0">
                        <a:buNone/>
                      </a:pPr>
                      <a:r>
                        <a:rPr lang="en-US" sz="950" b="1" dirty="0">
                          <a:solidFill>
                            <a:srgbClr val="FFFFFF"/>
                          </a:solidFill>
                        </a:rPr>
                        <a:t>Company</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950" b="1" dirty="0">
                          <a:solidFill>
                            <a:srgbClr val="FFFFFF"/>
                          </a:solidFill>
                        </a:rPr>
                        <a:t>AUM Gr.</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950" b="1" dirty="0">
                          <a:solidFill>
                            <a:srgbClr val="FFFFFF"/>
                          </a:solidFill>
                        </a:rPr>
                        <a:t>GNPA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950" b="1" dirty="0">
                          <a:solidFill>
                            <a:srgbClr val="FFFFFF"/>
                          </a:solidFill>
                        </a:rPr>
                        <a:t>ROA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c>
                  <a:txBody>
                    <a:bodyPr/>
                    <a:lstStyle/>
                    <a:p>
                      <a:pPr algn="ctr" indent="0" marL="0">
                        <a:buNone/>
                      </a:pPr>
                      <a:r>
                        <a:rPr lang="en-US" sz="950" b="1" dirty="0">
                          <a:solidFill>
                            <a:srgbClr val="FFFFFF"/>
                          </a:solidFill>
                        </a:rPr>
                        <a:t>Positioning</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A1628"/>
                    </a:solidFill>
                  </a:tcPr>
                </a:tc>
              </a:tr>
              <a:tr h="338328">
                <a:tc>
                  <a:txBody>
                    <a:bodyPr/>
                    <a:lstStyle/>
                    <a:p>
                      <a:pPr algn="l" indent="0" marL="0">
                        <a:buNone/>
                      </a:pPr>
                      <a:r>
                        <a:rPr lang="en-US" sz="950" b="1" dirty="0">
                          <a:solidFill>
                            <a:srgbClr val="0E7C7B"/>
                          </a:solidFill>
                        </a:rPr>
                        <a:t>{{S08_PEER0_NAME}}</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5F5"/>
                    </a:solidFill>
                  </a:tcPr>
                </a:tc>
                <a:tc>
                  <a:txBody>
                    <a:bodyPr/>
                    <a:lstStyle/>
                    <a:p>
                      <a:pPr algn="ctr" indent="0" marL="0">
                        <a:buNone/>
                      </a:pPr>
                      <a:r>
                        <a:rPr lang="en-US" sz="950" b="1" dirty="0">
                          <a:solidFill>
                            <a:srgbClr val="0E7C7B"/>
                          </a:solidFill>
                        </a:rPr>
                        <a:t>{{S08_PEER0_AUM_GR}}</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5F5"/>
                    </a:solidFill>
                  </a:tcPr>
                </a:tc>
                <a:tc>
                  <a:txBody>
                    <a:bodyPr/>
                    <a:lstStyle/>
                    <a:p>
                      <a:pPr algn="ctr" indent="0" marL="0">
                        <a:buNone/>
                      </a:pPr>
                      <a:r>
                        <a:rPr lang="en-US" sz="950" b="1" dirty="0">
                          <a:solidFill>
                            <a:srgbClr val="0E7C7B"/>
                          </a:solidFill>
                        </a:rPr>
                        <a:t>{{S08_PEER0_GNPA}}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5F5"/>
                    </a:solidFill>
                  </a:tcPr>
                </a:tc>
                <a:tc>
                  <a:txBody>
                    <a:bodyPr/>
                    <a:lstStyle/>
                    <a:p>
                      <a:pPr algn="ctr" indent="0" marL="0">
                        <a:buNone/>
                      </a:pPr>
                      <a:r>
                        <a:rPr lang="en-US" sz="950" b="1" dirty="0">
                          <a:solidFill>
                            <a:srgbClr val="0E7C7B"/>
                          </a:solidFill>
                        </a:rPr>
                        <a:t>{{S08_PEER0_ROA}}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5F5"/>
                    </a:solidFill>
                  </a:tcPr>
                </a:tc>
                <a:tc>
                  <a:txBody>
                    <a:bodyPr/>
                    <a:lstStyle/>
                    <a:p>
                      <a:pPr algn="ctr" indent="0" marL="0">
                        <a:buNone/>
                      </a:pPr>
                      <a:r>
                        <a:rPr lang="en-US" sz="950" b="1" dirty="0">
                          <a:solidFill>
                            <a:srgbClr val="0E7C7B"/>
                          </a:solidFill>
                        </a:rPr>
                        <a:t>{{S08_PEER0_POS}}</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BF5F5"/>
                    </a:solidFill>
                  </a:tcPr>
                </a:tc>
              </a:tr>
              <a:tr h="338328">
                <a:tc>
                  <a:txBody>
                    <a:bodyPr/>
                    <a:lstStyle/>
                    <a:p>
                      <a:pPr algn="l" indent="0" marL="0">
                        <a:buNone/>
                      </a:pPr>
                      <a:r>
                        <a:rPr lang="en-US" sz="950" dirty="0">
                          <a:solidFill>
                            <a:srgbClr val="0A1628"/>
                          </a:solidFill>
                        </a:rPr>
                        <a:t>{{S08_PEER1_NAME}}</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{{S08_PEER1_AUM_GR}}</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{{S08_PEER1_GNPA}}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{{S08_PEER1_ROA}}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{{S08_PEER1_POS}}</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r>
              <a:tr h="338328">
                <a:tc>
                  <a:txBody>
                    <a:bodyPr/>
                    <a:lstStyle/>
                    <a:p>
                      <a:pPr algn="l" indent="0" marL="0">
                        <a:buNone/>
                      </a:pPr>
                      <a:r>
                        <a:rPr lang="en-US" sz="950" dirty="0">
                          <a:solidFill>
                            <a:srgbClr val="0A1628"/>
                          </a:solidFill>
                        </a:rPr>
                        <a:t>{{S08_PEER2_NAME}}</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A1628"/>
                          </a:solidFill>
                        </a:rPr>
                        <a:t>{{S08_PEER2_AUM_GR}}</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A1628"/>
                          </a:solidFill>
                        </a:rPr>
                        <a:t>{{S08_PEER2_GNPA}}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A1628"/>
                          </a:solidFill>
                        </a:rPr>
                        <a:t>{{S08_PEER2_ROA}}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0A1628"/>
                          </a:solidFill>
                        </a:rPr>
                        <a:t>{{S08_PEER2_POS}}</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8328">
                <a:tc>
                  <a:txBody>
                    <a:bodyPr/>
                    <a:lstStyle/>
                    <a:p>
                      <a:pPr algn="l" indent="0" marL="0">
                        <a:buNone/>
                      </a:pPr>
                      <a:r>
                        <a:rPr lang="en-US" sz="950" dirty="0">
                          <a:solidFill>
                            <a:srgbClr val="0A1628"/>
                          </a:solidFill>
                        </a:rPr>
                        <a:t>{{S08_PEER3_NAME}}</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{{S08_PEER3_AUM_GR}}</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{{S08_PEER3_GNPA}}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{{S08_PEER3_ROA}}</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c>
                  <a:txBody>
                    <a:bodyPr/>
                    <a:lstStyle/>
                    <a:p>
                      <a:pPr algn="ctr" indent="0" marL="0">
                        <a:buNone/>
                      </a:pPr>
                      <a:r>
                        <a:rPr lang="en-US" sz="950" dirty="0">
                          <a:solidFill>
                            <a:srgbClr val="0A1628"/>
                          </a:solidFill>
                        </a:rPr>
                        <a:t>{{S08_PEER3_POS}}</a:t>
                      </a:r>
                      <a:endParaRPr lang="en-US" sz="950" dirty="0"/>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E"/>
                    </a:solidFill>
                  </a:tcPr>
                </a:tc>
              </a:tr>
            </a:tbl>
          </a:graphicData>
        </a:graphic>
      </p:graphicFrame>
      <p:sp>
        <p:nvSpPr>
          <p:cNvPr id="22" name="Shape 19"/>
          <p:cNvSpPr/>
          <p:nvPr/>
        </p:nvSpPr>
        <p:spPr>
          <a:xfrm>
            <a:off x="274320" y="3090672"/>
            <a:ext cx="8595360" cy="1783080"/>
          </a:xfrm>
          <a:prstGeom prst="rect">
            <a:avLst/>
          </a:prstGeom>
          <a:solidFill>
            <a:srgbClr val="0A1628"/>
          </a:solidFill>
          <a:ln w="12700">
            <a:solidFill>
              <a:srgbClr val="0A1628"/>
            </a:solidFill>
            <a:prstDash val="solid"/>
          </a:ln>
        </p:spPr>
      </p:sp>
      <p:sp>
        <p:nvSpPr>
          <p:cNvPr id="23" name="Shape 20"/>
          <p:cNvSpPr/>
          <p:nvPr/>
        </p:nvSpPr>
        <p:spPr>
          <a:xfrm>
            <a:off x="274320" y="3090672"/>
            <a:ext cx="8595360" cy="54864"/>
          </a:xfrm>
          <a:prstGeom prst="rect">
            <a:avLst/>
          </a:prstGeom>
          <a:solidFill>
            <a:srgbClr val="C9A84C"/>
          </a:solidFill>
          <a:ln w="12700">
            <a:solidFill>
              <a:srgbClr val="C9A84C"/>
            </a:solidFill>
            <a:prstDash val="solid"/>
          </a:ln>
        </p:spPr>
      </p:sp>
      <p:sp>
        <p:nvSpPr>
          <p:cNvPr id="24" name="Text 21"/>
          <p:cNvSpPr/>
          <p:nvPr/>
        </p:nvSpPr>
        <p:spPr>
          <a:xfrm>
            <a:off x="502920" y="3200400"/>
            <a:ext cx="8138160" cy="320040"/>
          </a:xfrm>
          <a:prstGeom prst="rect">
            <a:avLst/>
          </a:prstGeom>
          <a:noFill/>
          <a:ln/>
        </p:spPr>
        <p:txBody>
          <a:bodyPr wrap="square" rtlCol="0" anchor="ctr"/>
          <a:lstStyle/>
          <a:p>
            <a:pPr indent="0" marL="0">
              <a:buNone/>
            </a:pPr>
            <a:r>
              <a:rPr lang="en-US" sz="1300" b="1" dirty="0">
                <a:solidFill>
                  <a:srgbClr val="E8C96B"/>
                </a:solidFill>
                <a:latin typeface="Georgia" pitchFamily="34" charset="0"/>
                <a:ea typeface="Georgia" pitchFamily="34" charset="-122"/>
                <a:cs typeface="Georgia" pitchFamily="34" charset="-120"/>
              </a:rPr>
              <a:t>{{S08_SUMMARY_TITLE}}</a:t>
            </a:r>
            <a:endParaRPr lang="en-US" sz="1300" dirty="0"/>
          </a:p>
        </p:txBody>
      </p:sp>
      <p:sp>
        <p:nvSpPr>
          <p:cNvPr id="25" name="Text 22"/>
          <p:cNvSpPr/>
          <p:nvPr/>
        </p:nvSpPr>
        <p:spPr>
          <a:xfrm>
            <a:off x="502920" y="3584448"/>
            <a:ext cx="8138160" cy="1170432"/>
          </a:xfrm>
          <a:prstGeom prst="rect">
            <a:avLst/>
          </a:prstGeom>
          <a:noFill/>
          <a:ln/>
        </p:spPr>
        <p:txBody>
          <a:bodyPr wrap="square" rtlCol="0" anchor="ctr"/>
          <a:lstStyle/>
          <a:p>
            <a:pPr marL="342900" indent="-342900">
              <a:spcAft>
                <a:spcPts val="600"/>
              </a:spcAft>
              <a:buSzPct val="100000"/>
              <a:buChar char="•"/>
            </a:pPr>
            <a:r>
              <a:rPr lang="en-US" sz="1000" dirty="0">
                <a:solidFill>
                  <a:srgbClr val="D0DCF0"/>
                </a:solidFill>
              </a:rPr>
              <a:t>{{S08_PEER0_NAME}} is a structurally differentiated MSME lender — patented technology, proven execution, and India's largest addressable credit gap as the secular tailwind.</a:t>
            </a:r>
            <a:endParaRPr lang="en-US" sz="1000" dirty="0"/>
          </a:p>
          <a:p>
            <a:pPr marL="342900" indent="-342900">
              <a:spcAft>
                <a:spcPts val="600"/>
              </a:spcAft>
              <a:buSzPct val="100000"/>
              <a:buChar char="•"/>
            </a:pPr>
            <a:r>
              <a:rPr lang="en-US" sz="1000" dirty="0">
                <a:solidFill>
                  <a:srgbClr val="D0DCF0"/>
                </a:solidFill>
              </a:rPr>
              <a:t>{{S08_SUMMARY_BULLET2}}</a:t>
            </a:r>
            <a:endParaRPr lang="en-US" sz="1000" dirty="0"/>
          </a:p>
          <a:p>
            <a:pPr marL="342900" indent="-342900">
              <a:spcAft>
                <a:spcPts val="600"/>
              </a:spcAft>
              <a:buSzPct val="100000"/>
              <a:buChar char="•"/>
            </a:pPr>
            <a:r>
              <a:rPr lang="en-US" sz="1000" dirty="0">
                <a:solidFill>
                  <a:srgbClr val="D0DCF0"/>
                </a:solidFill>
              </a:rPr>
              <a:t>{{S08_SUMMARY_BULLET3}}</a:t>
            </a:r>
            <a:endParaRPr lang="en-US" sz="1000" dirty="0"/>
          </a:p>
        </p:txBody>
      </p:sp>
      <p:sp>
        <p:nvSpPr>
          <p:cNvPr id="26" name="Text 23"/>
          <p:cNvSpPr/>
          <p:nvPr/>
        </p:nvSpPr>
        <p:spPr>
          <a:xfrm>
            <a:off x="274320" y="4919472"/>
            <a:ext cx="8595360" cy="182880"/>
          </a:xfrm>
          <a:prstGeom prst="rect">
            <a:avLst/>
          </a:prstGeom>
          <a:noFill/>
          <a:ln/>
        </p:spPr>
        <p:txBody>
          <a:bodyPr wrap="square" rtlCol="0" anchor="ctr"/>
          <a:lstStyle/>
          <a:p>
            <a:pPr indent="0" marL="0">
              <a:buNone/>
            </a:pPr>
            <a:r>
              <a:rPr lang="en-US" sz="750" dirty="0">
                <a:solidFill>
                  <a:srgbClr val="8899AA"/>
                </a:solidFill>
              </a:rPr>
              <a:t>{{S08_FOOTNOTE}}</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1371600" y="-1371600"/>
            <a:ext cx="6400800" cy="6400800"/>
          </a:xfrm>
          <a:prstGeom prst="ellipse">
            <a:avLst/>
          </a:prstGeom>
          <a:solidFill>
            <a:srgbClr val="1A3567">
              <a:alpha val="30000"/>
            </a:srgbClr>
          </a:solidFill>
          <a:ln w="12700">
            <a:solidFill>
              <a:srgbClr val="1A3567">
                <a:alpha val="30000"/>
              </a:srgbClr>
            </a:solidFill>
            <a:prstDash val="solid"/>
          </a:ln>
        </p:spPr>
      </p:sp>
      <p:sp>
        <p:nvSpPr>
          <p:cNvPr id="3" name="Shape 1"/>
          <p:cNvSpPr/>
          <p:nvPr/>
        </p:nvSpPr>
        <p:spPr>
          <a:xfrm>
            <a:off x="0" y="0"/>
            <a:ext cx="164592" cy="5143500"/>
          </a:xfrm>
          <a:prstGeom prst="rect">
            <a:avLst/>
          </a:prstGeom>
          <a:solidFill>
            <a:srgbClr val="C9A84C"/>
          </a:solidFill>
          <a:ln w="12700">
            <a:solidFill>
              <a:srgbClr val="C9A84C"/>
            </a:solidFill>
            <a:prstDash val="solid"/>
          </a:ln>
        </p:spPr>
      </p:sp>
      <p:sp>
        <p:nvSpPr>
          <p:cNvPr id="4" name="Text 2"/>
          <p:cNvSpPr/>
          <p:nvPr/>
        </p:nvSpPr>
        <p:spPr>
          <a:xfrm>
            <a:off x="411480" y="822960"/>
            <a:ext cx="7315200" cy="731520"/>
          </a:xfrm>
          <a:prstGeom prst="rect">
            <a:avLst/>
          </a:prstGeom>
          <a:noFill/>
          <a:ln/>
        </p:spPr>
        <p:txBody>
          <a:bodyPr wrap="square"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{{COMPANY_NAME}}</a:t>
            </a:r>
            <a:endParaRPr lang="en-US" sz="4200" dirty="0"/>
          </a:p>
        </p:txBody>
      </p:sp>
      <p:sp>
        <p:nvSpPr>
          <p:cNvPr id="5" name="Text 3"/>
          <p:cNvSpPr/>
          <p:nvPr/>
        </p:nvSpPr>
        <p:spPr>
          <a:xfrm>
            <a:off x="411480" y="1600200"/>
            <a:ext cx="7315200" cy="411480"/>
          </a:xfrm>
          <a:prstGeom prst="rect">
            <a:avLst/>
          </a:prstGeom>
          <a:noFill/>
          <a:ln/>
        </p:spPr>
        <p:txBody>
          <a:bodyPr wrap="square" rtlCol="0" anchor="ctr"/>
          <a:lstStyle/>
          <a:p>
            <a:pPr indent="0" marL="0">
              <a:buNone/>
            </a:pPr>
            <a:r>
              <a:rPr lang="en-US" sz="1800" i="1" dirty="0">
                <a:solidFill>
                  <a:srgbClr val="E8C96B"/>
                </a:solidFill>
              </a:rPr>
              <a:t>{{COMPANY_TAGLINE_CLOSING}}</a:t>
            </a:r>
            <a:endParaRPr lang="en-US" sz="1800" dirty="0"/>
          </a:p>
        </p:txBody>
      </p:sp>
      <p:sp>
        <p:nvSpPr>
          <p:cNvPr id="6" name="Shape 4"/>
          <p:cNvSpPr/>
          <p:nvPr/>
        </p:nvSpPr>
        <p:spPr>
          <a:xfrm>
            <a:off x="411480" y="2103120"/>
            <a:ext cx="3200400" cy="45720"/>
          </a:xfrm>
          <a:prstGeom prst="rect">
            <a:avLst/>
          </a:prstGeom>
          <a:solidFill>
            <a:srgbClr val="C9A84C"/>
          </a:solidFill>
          <a:ln w="12700">
            <a:solidFill>
              <a:srgbClr val="C9A84C"/>
            </a:solidFill>
            <a:prstDash val="solid"/>
          </a:ln>
        </p:spPr>
      </p:sp>
      <p:sp>
        <p:nvSpPr>
          <p:cNvPr id="7" name="Text 5"/>
          <p:cNvSpPr/>
          <p:nvPr/>
        </p:nvSpPr>
        <p:spPr>
          <a:xfrm>
            <a:off x="411480" y="2286000"/>
            <a:ext cx="5486400" cy="292608"/>
          </a:xfrm>
          <a:prstGeom prst="rect">
            <a:avLst/>
          </a:prstGeom>
          <a:noFill/>
          <a:ln/>
        </p:spPr>
        <p:txBody>
          <a:bodyPr wrap="square" rtlCol="0" anchor="ctr"/>
          <a:lstStyle/>
          <a:p>
            <a:pPr indent="0" marL="0">
              <a:buNone/>
            </a:pPr>
            <a:r>
              <a:rPr lang="en-US" sz="1100" dirty="0">
                <a:solidFill>
                  <a:srgbClr val="8899AA"/>
                </a:solidFill>
              </a:rPr>
              <a:t>For further information, please contact:</a:t>
            </a:r>
            <a:endParaRPr lang="en-US" sz="1100" dirty="0"/>
          </a:p>
        </p:txBody>
      </p:sp>
      <p:sp>
        <p:nvSpPr>
          <p:cNvPr id="8" name="Text 6"/>
          <p:cNvSpPr/>
          <p:nvPr/>
        </p:nvSpPr>
        <p:spPr>
          <a:xfrm>
            <a:off x="411480" y="2606040"/>
            <a:ext cx="5486400" cy="320040"/>
          </a:xfrm>
          <a:prstGeom prst="rect">
            <a:avLst/>
          </a:prstGeom>
          <a:noFill/>
          <a:ln/>
        </p:spPr>
        <p:txBody>
          <a:bodyPr wrap="square" rtlCol="0" anchor="ctr"/>
          <a:lstStyle/>
          <a:p>
            <a:pPr indent="0" marL="0">
              <a:buNone/>
            </a:pPr>
            <a:r>
              <a:rPr lang="en-US" sz="1400" b="1" dirty="0">
                <a:solidFill>
                  <a:srgbClr val="FFFFFF"/>
                </a:solidFill>
              </a:rPr>
              <a:t>{{IB_DIVISION_NAME}}</a:t>
            </a:r>
            <a:endParaRPr lang="en-US" sz="1400" dirty="0"/>
          </a:p>
        </p:txBody>
      </p:sp>
      <p:sp>
        <p:nvSpPr>
          <p:cNvPr id="9" name="Shape 7"/>
          <p:cNvSpPr/>
          <p:nvPr/>
        </p:nvSpPr>
        <p:spPr>
          <a:xfrm>
            <a:off x="411480" y="3200400"/>
            <a:ext cx="8321040" cy="1600200"/>
          </a:xfrm>
          <a:prstGeom prst="rect">
            <a:avLst/>
          </a:prstGeom>
          <a:solidFill>
            <a:srgbClr val="1A3567">
              <a:alpha val="50000"/>
            </a:srgbClr>
          </a:solidFill>
          <a:ln w="12700">
            <a:solidFill>
              <a:srgbClr val="1A3567">
                <a:alpha val="50000"/>
              </a:srgbClr>
            </a:solidFill>
            <a:prstDash val="solid"/>
          </a:ln>
        </p:spPr>
      </p:sp>
      <p:sp>
        <p:nvSpPr>
          <p:cNvPr id="10" name="Text 8"/>
          <p:cNvSpPr/>
          <p:nvPr/>
        </p:nvSpPr>
        <p:spPr>
          <a:xfrm>
            <a:off x="566928" y="3291840"/>
            <a:ext cx="7955280" cy="274320"/>
          </a:xfrm>
          <a:prstGeom prst="rect">
            <a:avLst/>
          </a:prstGeom>
          <a:noFill/>
          <a:ln/>
        </p:spPr>
        <p:txBody>
          <a:bodyPr wrap="square" rtlCol="0" anchor="ctr"/>
          <a:lstStyle/>
          <a:p>
            <a:pPr indent="0" marL="0">
              <a:buNone/>
            </a:pPr>
            <a:r>
              <a:rPr lang="en-US" sz="900" b="1" dirty="0">
                <a:solidFill>
                  <a:srgbClr val="C9A84C"/>
                </a:solidFill>
              </a:rPr>
              <a:t>IMPORTANT DISCLAIMER</a:t>
            </a:r>
            <a:endParaRPr lang="en-US" sz="900" dirty="0"/>
          </a:p>
        </p:txBody>
      </p:sp>
      <p:sp>
        <p:nvSpPr>
          <p:cNvPr id="11" name="Text 9"/>
          <p:cNvSpPr/>
          <p:nvPr/>
        </p:nvSpPr>
        <p:spPr>
          <a:xfrm>
            <a:off x="566928" y="3611880"/>
            <a:ext cx="7955280" cy="1097280"/>
          </a:xfrm>
          <a:prstGeom prst="rect">
            <a:avLst/>
          </a:prstGeom>
          <a:noFill/>
          <a:ln/>
        </p:spPr>
        <p:txBody>
          <a:bodyPr wrap="square" rtlCol="0" anchor="ctr"/>
          <a:lstStyle/>
          <a:p>
            <a:pPr indent="0" marL="0">
              <a:buNone/>
            </a:pPr>
            <a:r>
              <a:rPr lang="en-US" sz="800" dirty="0">
                <a:solidFill>
                  <a:srgbClr val="8899AA"/>
                </a:solidFill>
              </a:rPr>
              <a:t>This presentation has been prepared by the {{IB_DIVISION_NAME}} for discussion purposes only and does not constitute an offer to sell or solicitation to buy any securities. The information contained herein is derived from {{COMPANY_NAME}}'s Annual Report {{REPORT_YEAR}} and publicly available sources. Past performance is not indicative of future results. Potential investors should conduct their own due diligence and seek independent professional advice. This document is strictly confidential and intended solely for the designated recipient.</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UGRO Capital – Investment Banking Pitch Deck</dc:title>
  <dc:subject>PptxGenJS Presentation</dc:subject>
  <dc:creator>PptxGenJS</dc:creator>
  <cp:lastModifiedBy>PptxGenJS</cp:lastModifiedBy>
  <cp:revision>1</cp:revision>
  <dcterms:created xsi:type="dcterms:W3CDTF">2026-05-12T09:03:07Z</dcterms:created>
  <dcterms:modified xsi:type="dcterms:W3CDTF">2026-05-12T09:03:07Z</dcterms:modified>
</cp:coreProperties>
</file>